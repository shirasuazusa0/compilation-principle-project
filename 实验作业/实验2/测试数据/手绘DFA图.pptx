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65" y="-8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0950B-9C4A-4DDC-BBBB-C8C34890864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2048C-C60D-46A9-BDE1-07A8B008D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696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2048C-C60D-46A9-BDE1-07A8B008D78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07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F5C6B2-7A87-ED34-45FA-B6A143EC1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F3D0D23-E144-114C-309E-F6A250D79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C27B9B-FFAF-9AF0-8847-E81F2EEE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7B85C-301F-45C1-B7B8-A4325EE697B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46F1DF-62CD-2BCE-1943-89EAD2804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7A9EBC-4643-0D25-7681-32C6EC51E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2665-77E1-4BBB-8340-198131607C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890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12B56-91E0-87CF-BE81-A37D9B11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969753-E737-4C3F-5966-F64CF0DFB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99E700-EE89-FA1C-0FE3-8DC656F0C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7B85C-301F-45C1-B7B8-A4325EE697B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CA5C0A-796B-4C60-8949-A0FD892F6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F0644B-02D9-90FB-5029-174CBBC50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2665-77E1-4BBB-8340-198131607C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90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2822A2-C624-0972-EAB2-6C018CA2E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CDBD6F-8BBC-C9FD-2FBF-A32E225D7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C4EB38-16CF-AF5D-4A4F-939722DF7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7B85C-301F-45C1-B7B8-A4325EE697B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8E0D07-17AF-9BF1-6BCB-707BDEBD7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0D67FD-CAA8-93E2-5694-390A67169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2665-77E1-4BBB-8340-198131607C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824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09DF18-AEB3-9878-DF80-E7A8C79F4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9150FF-51CE-E6AB-3F43-9B4E156C2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7C5361-0675-D97D-CB07-449483298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52F7BC-CC1B-E2F3-864F-9F6F843EF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7B85C-301F-45C1-B7B8-A4325EE697B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752B14-D117-3DAB-EF1F-41EE61EC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BD1D88-E43C-DA94-B39C-0F4A49D3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2665-77E1-4BBB-8340-198131607C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535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1781AB-F7E4-0893-1AF2-A292ED55B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C03EE8-843E-673B-F9EE-69813DEA6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D11B26-0E21-3681-A166-1F5C16840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8D42598-4E4F-C69F-4338-BB11CE6B2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CC6AFF-DF9E-1D4B-59D7-4F9B947C42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BC5C09-6E33-FBF3-C59E-ABA8E4EFA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7B85C-301F-45C1-B7B8-A4325EE697B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F4A0C2C-33C4-C8DE-6BBC-BABDDD44E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8DB167-97B9-E206-955E-66D02DC2C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2665-77E1-4BBB-8340-198131607C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306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70C7E5-A3A1-1121-4642-E35052B56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256DB22-DB37-009A-7144-6143736E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7B85C-301F-45C1-B7B8-A4325EE697B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2F2FB8-D95C-AEC4-7A6A-6BEAEFD07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BCA32F-19D2-A886-86A0-85BD6A0A8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2665-77E1-4BBB-8340-198131607C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546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3063EC-E0D5-0C70-8599-F9E6DDA93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7B85C-301F-45C1-B7B8-A4325EE697B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F80D30-E86F-E1D5-D93A-5444828AF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4BE099-830B-D894-ED7A-5C7ACDB9C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2665-77E1-4BBB-8340-198131607C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204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F77A89-1345-4138-1F02-D14E41A6D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3E8409-1E63-535C-E96A-1CAFD2013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17D46D-5A20-83A1-DB6E-99F7C2AB9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9E5BC2-037B-1899-4CF5-339F92B0D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7B85C-301F-45C1-B7B8-A4325EE697B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1D58F4-A7F8-56D2-FDAD-CD0EB1E2E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B54703-6C15-3100-E318-B701DAD97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2665-77E1-4BBB-8340-198131607C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6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37295-B765-08CA-D14E-8F0D4A904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22969C-0369-1DDE-E8C0-7033D0EA0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12A99B-F2EF-E10E-07A2-2B9402C12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713E2E-D64D-BB8E-DCEC-5999FAE4E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7B85C-301F-45C1-B7B8-A4325EE697B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5F3CE7-6706-46A0-BA5C-3594E5434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A78EB8-5C78-0733-7402-E9A6414EB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2665-77E1-4BBB-8340-198131607C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676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507A7-DB9A-C60D-80C7-826F696F0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B96648-9083-EE90-803D-E7AECB002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CC007D-7A83-2878-49BF-07940C293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7B85C-301F-45C1-B7B8-A4325EE697B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00FD14-59FA-94A5-592A-AFAC37063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BE95AA-FFC5-A94B-8D2A-3E9872FD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2665-77E1-4BBB-8340-198131607C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261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AFD0762-72DA-AF47-1318-FA88505E95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25FD86-3315-2C37-BD29-4278C9E85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C60F55-9F0E-D54C-3368-9F9335CE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7B85C-301F-45C1-B7B8-A4325EE697B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2561BF-05E0-17CB-D0B2-631D6260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8EAE43-35B5-4FD2-DE0A-8A4B5569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2665-77E1-4BBB-8340-198131607C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196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DB27E9-A39D-598C-4166-728958E76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F64799-A9F1-154B-6D93-A5D8E9B31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17ACA6-C531-8772-E29F-8D053293C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7B85C-301F-45C1-B7B8-A4325EE697B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9FBD24-8F63-B3F3-AB14-469E41EA7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338F04-07F8-73D1-8F86-A988FFB9C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F42665-77E1-4BBB-8340-198131607C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798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接点 3">
            <a:extLst>
              <a:ext uri="{FF2B5EF4-FFF2-40B4-BE49-F238E27FC236}">
                <a16:creationId xmlns:a16="http://schemas.microsoft.com/office/drawing/2014/main" id="{5860BC34-6970-0923-D2E0-30367B4E009D}"/>
              </a:ext>
            </a:extLst>
          </p:cNvPr>
          <p:cNvSpPr/>
          <p:nvPr/>
        </p:nvSpPr>
        <p:spPr>
          <a:xfrm>
            <a:off x="643225" y="-7544792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71DC7FA-2204-69A6-8C6D-8DBB38C90F66}"/>
              </a:ext>
            </a:extLst>
          </p:cNvPr>
          <p:cNvCxnSpPr>
            <a:cxnSpLocks/>
          </p:cNvCxnSpPr>
          <p:nvPr/>
        </p:nvCxnSpPr>
        <p:spPr>
          <a:xfrm flipV="1">
            <a:off x="1617002" y="-7146967"/>
            <a:ext cx="124690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019A1F2E-216E-159E-F796-76FA90C01E34}"/>
              </a:ext>
            </a:extLst>
          </p:cNvPr>
          <p:cNvSpPr/>
          <p:nvPr/>
        </p:nvSpPr>
        <p:spPr>
          <a:xfrm>
            <a:off x="2863911" y="-7544794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399055-6755-DE19-07A6-83060238F127}"/>
              </a:ext>
            </a:extLst>
          </p:cNvPr>
          <p:cNvSpPr txBox="1"/>
          <p:nvPr/>
        </p:nvSpPr>
        <p:spPr>
          <a:xfrm>
            <a:off x="1545850" y="-8097411"/>
            <a:ext cx="1460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BIN_LITERAL</a:t>
            </a:r>
          </a:p>
        </p:txBody>
      </p: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3C371FDC-CDF8-32F7-72D2-EA1C2614925F}"/>
              </a:ext>
            </a:extLst>
          </p:cNvPr>
          <p:cNvCxnSpPr>
            <a:stCxn id="4" idx="7"/>
            <a:endCxn id="7" idx="1"/>
          </p:cNvCxnSpPr>
          <p:nvPr/>
        </p:nvCxnSpPr>
        <p:spPr>
          <a:xfrm rot="5400000" flipH="1" flipV="1">
            <a:off x="2240455" y="-8166507"/>
            <a:ext cx="2" cy="1532121"/>
          </a:xfrm>
          <a:prstGeom prst="curvedConnector3">
            <a:avLst>
              <a:gd name="adj1" fmla="val 186474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EDE24EBB-3E37-FA2D-F917-D6EEFFF9818A}"/>
              </a:ext>
            </a:extLst>
          </p:cNvPr>
          <p:cNvCxnSpPr>
            <a:stCxn id="4" idx="5"/>
            <a:endCxn id="7" idx="3"/>
          </p:cNvCxnSpPr>
          <p:nvPr/>
        </p:nvCxnSpPr>
        <p:spPr>
          <a:xfrm rot="5400000" flipH="1" flipV="1">
            <a:off x="2240455" y="-7469547"/>
            <a:ext cx="2" cy="1532121"/>
          </a:xfrm>
          <a:prstGeom prst="curvedConnector3">
            <a:avLst>
              <a:gd name="adj1" fmla="val -186473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056166B-3811-FBA2-87F9-60EBCCCDDA05}"/>
              </a:ext>
            </a:extLst>
          </p:cNvPr>
          <p:cNvSpPr txBox="1"/>
          <p:nvPr/>
        </p:nvSpPr>
        <p:spPr>
          <a:xfrm>
            <a:off x="1545850" y="-6343137"/>
            <a:ext cx="153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HEX_LITERAL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F4FE98-CBC2-0207-A1B2-6366D7B3C54F}"/>
              </a:ext>
            </a:extLst>
          </p:cNvPr>
          <p:cNvSpPr txBox="1"/>
          <p:nvPr/>
        </p:nvSpPr>
        <p:spPr>
          <a:xfrm>
            <a:off x="1769553" y="-5681561"/>
            <a:ext cx="659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[0-1]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8675A83-B77A-B08D-02FC-41ECAA0CA7C1}"/>
              </a:ext>
            </a:extLst>
          </p:cNvPr>
          <p:cNvCxnSpPr>
            <a:cxnSpLocks/>
          </p:cNvCxnSpPr>
          <p:nvPr/>
        </p:nvCxnSpPr>
        <p:spPr>
          <a:xfrm flipV="1">
            <a:off x="1617001" y="-6927012"/>
            <a:ext cx="124690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E5FBB77A-0D27-094E-13DC-9CA8482AFDD3}"/>
              </a:ext>
            </a:extLst>
          </p:cNvPr>
          <p:cNvSpPr txBox="1"/>
          <p:nvPr/>
        </p:nvSpPr>
        <p:spPr>
          <a:xfrm>
            <a:off x="1510122" y="-6976698"/>
            <a:ext cx="153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DEC_LITERAL</a:t>
            </a:r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2F199F6C-4F00-FA57-D522-F0D2AF2B47C3}"/>
              </a:ext>
            </a:extLst>
          </p:cNvPr>
          <p:cNvCxnSpPr>
            <a:stCxn id="7" idx="5"/>
            <a:endCxn id="7" idx="7"/>
          </p:cNvCxnSpPr>
          <p:nvPr/>
        </p:nvCxnSpPr>
        <p:spPr>
          <a:xfrm rot="5400000" flipH="1">
            <a:off x="3346601" y="-7051967"/>
            <a:ext cx="696961" cy="12700"/>
          </a:xfrm>
          <a:prstGeom prst="curvedConnector5">
            <a:avLst>
              <a:gd name="adj1" fmla="val -32800"/>
              <a:gd name="adj2" fmla="val -6895315"/>
              <a:gd name="adj3" fmla="val 1328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6A09EC19-BE1E-27CE-8314-171686AFCC3E}"/>
              </a:ext>
            </a:extLst>
          </p:cNvPr>
          <p:cNvSpPr txBox="1"/>
          <p:nvPr/>
        </p:nvSpPr>
        <p:spPr>
          <a:xfrm>
            <a:off x="3700605" y="-7969214"/>
            <a:ext cx="1917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INTEGER_SUFFIX</a:t>
            </a:r>
          </a:p>
        </p:txBody>
      </p:sp>
      <p:sp>
        <p:nvSpPr>
          <p:cNvPr id="25" name="流程图: 接点 24">
            <a:extLst>
              <a:ext uri="{FF2B5EF4-FFF2-40B4-BE49-F238E27FC236}">
                <a16:creationId xmlns:a16="http://schemas.microsoft.com/office/drawing/2014/main" id="{23C3446B-F14D-A8B2-97D3-A71071010609}"/>
              </a:ext>
            </a:extLst>
          </p:cNvPr>
          <p:cNvSpPr/>
          <p:nvPr/>
        </p:nvSpPr>
        <p:spPr>
          <a:xfrm>
            <a:off x="2918506" y="-7471438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CE70CF5-5BF2-F8E6-44D6-83B44FA0CF4B}"/>
              </a:ext>
            </a:extLst>
          </p:cNvPr>
          <p:cNvSpPr txBox="1"/>
          <p:nvPr/>
        </p:nvSpPr>
        <p:spPr>
          <a:xfrm>
            <a:off x="6097958" y="-7276450"/>
            <a:ext cx="2220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整数字面量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93C9923-56DD-7DBB-DA3F-DCC60EEEC079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1067531" y="-6559139"/>
            <a:ext cx="62583" cy="311245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E552173-B2F6-E56C-72A4-344A875C5F13}"/>
              </a:ext>
            </a:extLst>
          </p:cNvPr>
          <p:cNvCxnSpPr>
            <a:cxnSpLocks/>
            <a:endCxn id="31" idx="2"/>
          </p:cNvCxnSpPr>
          <p:nvPr/>
        </p:nvCxnSpPr>
        <p:spPr>
          <a:xfrm>
            <a:off x="1130113" y="-5264976"/>
            <a:ext cx="17337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流程图: 接点 30">
            <a:extLst>
              <a:ext uri="{FF2B5EF4-FFF2-40B4-BE49-F238E27FC236}">
                <a16:creationId xmlns:a16="http://schemas.microsoft.com/office/drawing/2014/main" id="{6241D414-29C3-2C67-C68D-1699A7EE0C86}"/>
              </a:ext>
            </a:extLst>
          </p:cNvPr>
          <p:cNvSpPr/>
          <p:nvPr/>
        </p:nvSpPr>
        <p:spPr>
          <a:xfrm>
            <a:off x="2863911" y="-5757803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8586A97-3B35-2115-C054-496E6AF6E24D}"/>
              </a:ext>
            </a:extLst>
          </p:cNvPr>
          <p:cNvSpPr txBox="1"/>
          <p:nvPr/>
        </p:nvSpPr>
        <p:spPr>
          <a:xfrm>
            <a:off x="1484495" y="-7517504"/>
            <a:ext cx="1576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OCT_LITERAL</a:t>
            </a:r>
          </a:p>
        </p:txBody>
      </p:sp>
      <p:sp>
        <p:nvSpPr>
          <p:cNvPr id="35" name="流程图: 接点 34">
            <a:extLst>
              <a:ext uri="{FF2B5EF4-FFF2-40B4-BE49-F238E27FC236}">
                <a16:creationId xmlns:a16="http://schemas.microsoft.com/office/drawing/2014/main" id="{A4C83C1C-07E7-3425-675A-9321580CA34D}"/>
              </a:ext>
            </a:extLst>
          </p:cNvPr>
          <p:cNvSpPr/>
          <p:nvPr/>
        </p:nvSpPr>
        <p:spPr>
          <a:xfrm>
            <a:off x="2918505" y="-5693436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C16D10B-CAB2-90AD-628C-3F8E922C6001}"/>
              </a:ext>
            </a:extLst>
          </p:cNvPr>
          <p:cNvSpPr txBox="1"/>
          <p:nvPr/>
        </p:nvSpPr>
        <p:spPr>
          <a:xfrm>
            <a:off x="6097958" y="-5485746"/>
            <a:ext cx="2220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二进制数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DE5A4A3-FB1E-161A-1517-18459DB76644}"/>
              </a:ext>
            </a:extLst>
          </p:cNvPr>
          <p:cNvSpPr txBox="1"/>
          <p:nvPr/>
        </p:nvSpPr>
        <p:spPr>
          <a:xfrm>
            <a:off x="1769553" y="-4523463"/>
            <a:ext cx="659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[0-7]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B0F05AD-1924-1F0A-8EF8-9A52A7C01924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1130113" y="-4106878"/>
            <a:ext cx="17337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流程图: 接点 38">
            <a:extLst>
              <a:ext uri="{FF2B5EF4-FFF2-40B4-BE49-F238E27FC236}">
                <a16:creationId xmlns:a16="http://schemas.microsoft.com/office/drawing/2014/main" id="{C6BC0DE6-7182-E38C-179E-379302E69DE5}"/>
              </a:ext>
            </a:extLst>
          </p:cNvPr>
          <p:cNvSpPr/>
          <p:nvPr/>
        </p:nvSpPr>
        <p:spPr>
          <a:xfrm>
            <a:off x="2863911" y="-4599705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流程图: 接点 39">
            <a:extLst>
              <a:ext uri="{FF2B5EF4-FFF2-40B4-BE49-F238E27FC236}">
                <a16:creationId xmlns:a16="http://schemas.microsoft.com/office/drawing/2014/main" id="{9566EDFE-5A48-0886-EE15-73FFB51EAD48}"/>
              </a:ext>
            </a:extLst>
          </p:cNvPr>
          <p:cNvSpPr/>
          <p:nvPr/>
        </p:nvSpPr>
        <p:spPr>
          <a:xfrm>
            <a:off x="2918505" y="-4535338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5CB23C7-4FA9-A7CC-DC97-B87E868F85D5}"/>
              </a:ext>
            </a:extLst>
          </p:cNvPr>
          <p:cNvSpPr txBox="1"/>
          <p:nvPr/>
        </p:nvSpPr>
        <p:spPr>
          <a:xfrm>
            <a:off x="6097958" y="-4327648"/>
            <a:ext cx="2220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八进制数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1FCB855-48F7-8877-81CB-AA47715E148A}"/>
              </a:ext>
            </a:extLst>
          </p:cNvPr>
          <p:cNvSpPr txBox="1"/>
          <p:nvPr/>
        </p:nvSpPr>
        <p:spPr>
          <a:xfrm>
            <a:off x="1769553" y="-3299188"/>
            <a:ext cx="659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[0-9]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B174A1B-9860-5922-36CE-451D2F45669B}"/>
              </a:ext>
            </a:extLst>
          </p:cNvPr>
          <p:cNvCxnSpPr>
            <a:cxnSpLocks/>
            <a:endCxn id="44" idx="2"/>
          </p:cNvCxnSpPr>
          <p:nvPr/>
        </p:nvCxnSpPr>
        <p:spPr>
          <a:xfrm>
            <a:off x="1130113" y="-2882603"/>
            <a:ext cx="17337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流程图: 接点 43">
            <a:extLst>
              <a:ext uri="{FF2B5EF4-FFF2-40B4-BE49-F238E27FC236}">
                <a16:creationId xmlns:a16="http://schemas.microsoft.com/office/drawing/2014/main" id="{4EB4F57B-5769-6BEE-43D6-EA05850E2CB9}"/>
              </a:ext>
            </a:extLst>
          </p:cNvPr>
          <p:cNvSpPr/>
          <p:nvPr/>
        </p:nvSpPr>
        <p:spPr>
          <a:xfrm>
            <a:off x="2863911" y="-3375430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流程图: 接点 44">
            <a:extLst>
              <a:ext uri="{FF2B5EF4-FFF2-40B4-BE49-F238E27FC236}">
                <a16:creationId xmlns:a16="http://schemas.microsoft.com/office/drawing/2014/main" id="{629B7C8A-88BC-274E-F12C-69DB5F1A7F96}"/>
              </a:ext>
            </a:extLst>
          </p:cNvPr>
          <p:cNvSpPr/>
          <p:nvPr/>
        </p:nvSpPr>
        <p:spPr>
          <a:xfrm>
            <a:off x="2918505" y="-3311063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3D8239B-2746-583A-EC20-27ED20335273}"/>
              </a:ext>
            </a:extLst>
          </p:cNvPr>
          <p:cNvSpPr txBox="1"/>
          <p:nvPr/>
        </p:nvSpPr>
        <p:spPr>
          <a:xfrm>
            <a:off x="6097958" y="-3103373"/>
            <a:ext cx="2220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十进制数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3A878A3-121C-D830-948F-56628E02FBB8}"/>
              </a:ext>
            </a:extLst>
          </p:cNvPr>
          <p:cNvSpPr txBox="1"/>
          <p:nvPr/>
        </p:nvSpPr>
        <p:spPr>
          <a:xfrm>
            <a:off x="1353914" y="-2216712"/>
            <a:ext cx="1308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[0-9a-fA-F]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D6040AD9-7FE5-BC89-4729-8DC3F5F5FEA7}"/>
              </a:ext>
            </a:extLst>
          </p:cNvPr>
          <p:cNvCxnSpPr>
            <a:cxnSpLocks/>
            <a:endCxn id="49" idx="2"/>
          </p:cNvCxnSpPr>
          <p:nvPr/>
        </p:nvCxnSpPr>
        <p:spPr>
          <a:xfrm>
            <a:off x="1130113" y="-1800127"/>
            <a:ext cx="17337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流程图: 接点 48">
            <a:extLst>
              <a:ext uri="{FF2B5EF4-FFF2-40B4-BE49-F238E27FC236}">
                <a16:creationId xmlns:a16="http://schemas.microsoft.com/office/drawing/2014/main" id="{E8CDC854-DF29-FBFA-23AD-C8AD5FBD7176}"/>
              </a:ext>
            </a:extLst>
          </p:cNvPr>
          <p:cNvSpPr/>
          <p:nvPr/>
        </p:nvSpPr>
        <p:spPr>
          <a:xfrm>
            <a:off x="2863911" y="-2292954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流程图: 接点 49">
            <a:extLst>
              <a:ext uri="{FF2B5EF4-FFF2-40B4-BE49-F238E27FC236}">
                <a16:creationId xmlns:a16="http://schemas.microsoft.com/office/drawing/2014/main" id="{19BD0497-0437-A562-E12B-489821E50E83}"/>
              </a:ext>
            </a:extLst>
          </p:cNvPr>
          <p:cNvSpPr/>
          <p:nvPr/>
        </p:nvSpPr>
        <p:spPr>
          <a:xfrm>
            <a:off x="2918505" y="-2228587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6D2E95D-1AEC-BFD7-E54A-E7E1A73C97DF}"/>
              </a:ext>
            </a:extLst>
          </p:cNvPr>
          <p:cNvSpPr txBox="1"/>
          <p:nvPr/>
        </p:nvSpPr>
        <p:spPr>
          <a:xfrm>
            <a:off x="6097958" y="-2020897"/>
            <a:ext cx="2220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十六进制数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C98CC57-C7BB-445A-9C38-EF94568A200A}"/>
              </a:ext>
            </a:extLst>
          </p:cNvPr>
          <p:cNvCxnSpPr>
            <a:cxnSpLocks/>
          </p:cNvCxnSpPr>
          <p:nvPr/>
        </p:nvCxnSpPr>
        <p:spPr>
          <a:xfrm>
            <a:off x="1123403" y="1375203"/>
            <a:ext cx="17337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流程图: 接点 52">
            <a:extLst>
              <a:ext uri="{FF2B5EF4-FFF2-40B4-BE49-F238E27FC236}">
                <a16:creationId xmlns:a16="http://schemas.microsoft.com/office/drawing/2014/main" id="{E04C175A-D108-3CAE-7D6C-3D54211EE8B6}"/>
              </a:ext>
            </a:extLst>
          </p:cNvPr>
          <p:cNvSpPr/>
          <p:nvPr/>
        </p:nvSpPr>
        <p:spPr>
          <a:xfrm>
            <a:off x="2853458" y="882376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89F5D635-F06A-3AC9-775F-EDF96412CCF8}"/>
              </a:ext>
            </a:extLst>
          </p:cNvPr>
          <p:cNvCxnSpPr>
            <a:cxnSpLocks/>
          </p:cNvCxnSpPr>
          <p:nvPr/>
        </p:nvCxnSpPr>
        <p:spPr>
          <a:xfrm>
            <a:off x="1110543" y="9877273"/>
            <a:ext cx="17337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流程图: 接点 54">
            <a:extLst>
              <a:ext uri="{FF2B5EF4-FFF2-40B4-BE49-F238E27FC236}">
                <a16:creationId xmlns:a16="http://schemas.microsoft.com/office/drawing/2014/main" id="{0AC16BF1-E479-F15A-3A3A-BE637FA0C2A9}"/>
              </a:ext>
            </a:extLst>
          </p:cNvPr>
          <p:cNvSpPr/>
          <p:nvPr/>
        </p:nvSpPr>
        <p:spPr>
          <a:xfrm>
            <a:off x="2840598" y="9384446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FB8EF4F-0FF8-3A15-583A-1EF0276CBA2A}"/>
              </a:ext>
            </a:extLst>
          </p:cNvPr>
          <p:cNvSpPr txBox="1"/>
          <p:nvPr/>
        </p:nvSpPr>
        <p:spPr>
          <a:xfrm>
            <a:off x="1849567" y="9455421"/>
            <a:ext cx="287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‘</a:t>
            </a:r>
          </a:p>
        </p:txBody>
      </p:sp>
      <p:sp>
        <p:nvSpPr>
          <p:cNvPr id="58" name="流程图: 接点 57">
            <a:extLst>
              <a:ext uri="{FF2B5EF4-FFF2-40B4-BE49-F238E27FC236}">
                <a16:creationId xmlns:a16="http://schemas.microsoft.com/office/drawing/2014/main" id="{A8322D5B-D593-A720-5971-77881B4BDBF6}"/>
              </a:ext>
            </a:extLst>
          </p:cNvPr>
          <p:cNvSpPr/>
          <p:nvPr/>
        </p:nvSpPr>
        <p:spPr>
          <a:xfrm>
            <a:off x="5493145" y="9384445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流程图: 接点 60">
            <a:extLst>
              <a:ext uri="{FF2B5EF4-FFF2-40B4-BE49-F238E27FC236}">
                <a16:creationId xmlns:a16="http://schemas.microsoft.com/office/drawing/2014/main" id="{F6F66742-3B02-719E-EDF3-3409554951BE}"/>
              </a:ext>
            </a:extLst>
          </p:cNvPr>
          <p:cNvSpPr/>
          <p:nvPr/>
        </p:nvSpPr>
        <p:spPr>
          <a:xfrm>
            <a:off x="7713830" y="9364012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流程图: 接点 61">
            <a:extLst>
              <a:ext uri="{FF2B5EF4-FFF2-40B4-BE49-F238E27FC236}">
                <a16:creationId xmlns:a16="http://schemas.microsoft.com/office/drawing/2014/main" id="{17B65A4D-3252-311E-A5F8-76A6DF052509}"/>
              </a:ext>
            </a:extLst>
          </p:cNvPr>
          <p:cNvSpPr/>
          <p:nvPr/>
        </p:nvSpPr>
        <p:spPr>
          <a:xfrm>
            <a:off x="7768424" y="9428379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CD0295FE-4EE9-7E09-4821-8330C74CA211}"/>
              </a:ext>
            </a:extLst>
          </p:cNvPr>
          <p:cNvCxnSpPr>
            <a:cxnSpLocks/>
          </p:cNvCxnSpPr>
          <p:nvPr/>
        </p:nvCxnSpPr>
        <p:spPr>
          <a:xfrm>
            <a:off x="3786862" y="9744817"/>
            <a:ext cx="1706283" cy="7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曲线 63">
            <a:extLst>
              <a:ext uri="{FF2B5EF4-FFF2-40B4-BE49-F238E27FC236}">
                <a16:creationId xmlns:a16="http://schemas.microsoft.com/office/drawing/2014/main" id="{3E2CC1C5-E9B8-F9DF-9805-0D65841CDC6B}"/>
              </a:ext>
            </a:extLst>
          </p:cNvPr>
          <p:cNvCxnSpPr>
            <a:cxnSpLocks/>
            <a:stCxn id="55" idx="7"/>
            <a:endCxn id="58" idx="1"/>
          </p:cNvCxnSpPr>
          <p:nvPr/>
        </p:nvCxnSpPr>
        <p:spPr>
          <a:xfrm rot="5400000" flipH="1" flipV="1">
            <a:off x="4653760" y="8546801"/>
            <a:ext cx="1" cy="1963982"/>
          </a:xfrm>
          <a:prstGeom prst="curvedConnector3">
            <a:avLst>
              <a:gd name="adj1" fmla="val 372947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连接符: 曲线 64">
            <a:extLst>
              <a:ext uri="{FF2B5EF4-FFF2-40B4-BE49-F238E27FC236}">
                <a16:creationId xmlns:a16="http://schemas.microsoft.com/office/drawing/2014/main" id="{90558B43-27AD-CEB7-FE35-E72BE68F1366}"/>
              </a:ext>
            </a:extLst>
          </p:cNvPr>
          <p:cNvCxnSpPr>
            <a:cxnSpLocks/>
            <a:stCxn id="55" idx="5"/>
            <a:endCxn id="58" idx="3"/>
          </p:cNvCxnSpPr>
          <p:nvPr/>
        </p:nvCxnSpPr>
        <p:spPr>
          <a:xfrm rot="5400000" flipH="1" flipV="1">
            <a:off x="4653759" y="9243762"/>
            <a:ext cx="1" cy="1963982"/>
          </a:xfrm>
          <a:prstGeom prst="curvedConnector3">
            <a:avLst>
              <a:gd name="adj1" fmla="val -372946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55F7EF04-2BDB-C046-839C-CC283FD27B39}"/>
              </a:ext>
            </a:extLst>
          </p:cNvPr>
          <p:cNvSpPr txBox="1"/>
          <p:nvPr/>
        </p:nvSpPr>
        <p:spPr>
          <a:xfrm>
            <a:off x="3715709" y="10548645"/>
            <a:ext cx="2031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UNICODE_ESCAPE</a:t>
            </a: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C3175351-BBF7-BE54-5BC2-2771B346026B}"/>
              </a:ext>
            </a:extLst>
          </p:cNvPr>
          <p:cNvCxnSpPr>
            <a:cxnSpLocks/>
          </p:cNvCxnSpPr>
          <p:nvPr/>
        </p:nvCxnSpPr>
        <p:spPr>
          <a:xfrm>
            <a:off x="3786861" y="9964772"/>
            <a:ext cx="1706284" cy="37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585A5C53-B374-9A2C-7474-37E29CC1C429}"/>
              </a:ext>
            </a:extLst>
          </p:cNvPr>
          <p:cNvSpPr txBox="1"/>
          <p:nvPr/>
        </p:nvSpPr>
        <p:spPr>
          <a:xfrm>
            <a:off x="3831986" y="8804273"/>
            <a:ext cx="16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notspecialchar</a:t>
            </a:r>
            <a:endParaRPr lang="en-US" altLang="zh-CN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C61A19AA-95D4-8420-ECF4-DB5F65480222}"/>
              </a:ext>
            </a:extLst>
          </p:cNvPr>
          <p:cNvSpPr txBox="1"/>
          <p:nvPr/>
        </p:nvSpPr>
        <p:spPr>
          <a:xfrm>
            <a:off x="3741517" y="9409592"/>
            <a:ext cx="1872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QUOTE_ESCAPE</a:t>
            </a: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BA2AD28D-9036-A32E-E7DA-E6D37EEFBDAC}"/>
              </a:ext>
            </a:extLst>
          </p:cNvPr>
          <p:cNvCxnSpPr>
            <a:cxnSpLocks/>
          </p:cNvCxnSpPr>
          <p:nvPr/>
        </p:nvCxnSpPr>
        <p:spPr>
          <a:xfrm flipV="1">
            <a:off x="6466921" y="9862384"/>
            <a:ext cx="124690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B51D86C5-C10B-0D6B-FA6B-9DAB5CE0A4EE}"/>
              </a:ext>
            </a:extLst>
          </p:cNvPr>
          <p:cNvSpPr txBox="1"/>
          <p:nvPr/>
        </p:nvSpPr>
        <p:spPr>
          <a:xfrm>
            <a:off x="3741517" y="9930861"/>
            <a:ext cx="1872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ASCII_ESCAPE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116561C4-1CCA-4065-C98C-FB3EF96DEE64}"/>
              </a:ext>
            </a:extLst>
          </p:cNvPr>
          <p:cNvSpPr txBox="1"/>
          <p:nvPr/>
        </p:nvSpPr>
        <p:spPr>
          <a:xfrm>
            <a:off x="6946760" y="9398372"/>
            <a:ext cx="287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’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693C6DD0-20D3-EA10-6C8C-65E6BFB284A3}"/>
              </a:ext>
            </a:extLst>
          </p:cNvPr>
          <p:cNvSpPr txBox="1"/>
          <p:nvPr/>
        </p:nvSpPr>
        <p:spPr>
          <a:xfrm>
            <a:off x="9026084" y="9653862"/>
            <a:ext cx="2220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字符字面量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DE760CCE-823F-BCC8-D3A9-C86500ABA515}"/>
              </a:ext>
            </a:extLst>
          </p:cNvPr>
          <p:cNvCxnSpPr>
            <a:cxnSpLocks/>
          </p:cNvCxnSpPr>
          <p:nvPr/>
        </p:nvCxnSpPr>
        <p:spPr>
          <a:xfrm>
            <a:off x="1124411" y="11987581"/>
            <a:ext cx="17337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流程图: 接点 84">
            <a:extLst>
              <a:ext uri="{FF2B5EF4-FFF2-40B4-BE49-F238E27FC236}">
                <a16:creationId xmlns:a16="http://schemas.microsoft.com/office/drawing/2014/main" id="{655258B2-FA68-9637-AB42-FA6539E33B01}"/>
              </a:ext>
            </a:extLst>
          </p:cNvPr>
          <p:cNvSpPr/>
          <p:nvPr/>
        </p:nvSpPr>
        <p:spPr>
          <a:xfrm>
            <a:off x="2854466" y="11494754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22A36AD-3D90-20C9-A633-42DA7292A38B}"/>
              </a:ext>
            </a:extLst>
          </p:cNvPr>
          <p:cNvSpPr txBox="1"/>
          <p:nvPr/>
        </p:nvSpPr>
        <p:spPr>
          <a:xfrm>
            <a:off x="1863435" y="11565729"/>
            <a:ext cx="287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“</a:t>
            </a:r>
          </a:p>
        </p:txBody>
      </p:sp>
      <p:sp>
        <p:nvSpPr>
          <p:cNvPr id="87" name="流程图: 接点 86">
            <a:extLst>
              <a:ext uri="{FF2B5EF4-FFF2-40B4-BE49-F238E27FC236}">
                <a16:creationId xmlns:a16="http://schemas.microsoft.com/office/drawing/2014/main" id="{60F2B234-FC82-C99A-C031-3ADBA9EA346D}"/>
              </a:ext>
            </a:extLst>
          </p:cNvPr>
          <p:cNvSpPr/>
          <p:nvPr/>
        </p:nvSpPr>
        <p:spPr>
          <a:xfrm>
            <a:off x="5507013" y="11494753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流程图: 接点 87">
            <a:extLst>
              <a:ext uri="{FF2B5EF4-FFF2-40B4-BE49-F238E27FC236}">
                <a16:creationId xmlns:a16="http://schemas.microsoft.com/office/drawing/2014/main" id="{7A1E0BBE-A860-1029-459E-3DA79E583AE6}"/>
              </a:ext>
            </a:extLst>
          </p:cNvPr>
          <p:cNvSpPr/>
          <p:nvPr/>
        </p:nvSpPr>
        <p:spPr>
          <a:xfrm>
            <a:off x="7727698" y="11474320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流程图: 接点 88">
            <a:extLst>
              <a:ext uri="{FF2B5EF4-FFF2-40B4-BE49-F238E27FC236}">
                <a16:creationId xmlns:a16="http://schemas.microsoft.com/office/drawing/2014/main" id="{C1E39CC9-E1ED-E00E-E03C-ADB14B6FD68C}"/>
              </a:ext>
            </a:extLst>
          </p:cNvPr>
          <p:cNvSpPr/>
          <p:nvPr/>
        </p:nvSpPr>
        <p:spPr>
          <a:xfrm>
            <a:off x="7782292" y="11538687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1294B5EA-169E-DB01-7906-3C8E1338EFA5}"/>
              </a:ext>
            </a:extLst>
          </p:cNvPr>
          <p:cNvCxnSpPr>
            <a:cxnSpLocks/>
            <a:stCxn id="85" idx="7"/>
            <a:endCxn id="87" idx="1"/>
          </p:cNvCxnSpPr>
          <p:nvPr/>
        </p:nvCxnSpPr>
        <p:spPr>
          <a:xfrm flipV="1">
            <a:off x="3685637" y="11639099"/>
            <a:ext cx="196398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曲线 90">
            <a:extLst>
              <a:ext uri="{FF2B5EF4-FFF2-40B4-BE49-F238E27FC236}">
                <a16:creationId xmlns:a16="http://schemas.microsoft.com/office/drawing/2014/main" id="{EB54AA42-97F8-6B44-F534-CBECE3F9C50C}"/>
              </a:ext>
            </a:extLst>
          </p:cNvPr>
          <p:cNvCxnSpPr>
            <a:cxnSpLocks/>
            <a:stCxn id="85" idx="0"/>
            <a:endCxn id="87" idx="0"/>
          </p:cNvCxnSpPr>
          <p:nvPr/>
        </p:nvCxnSpPr>
        <p:spPr>
          <a:xfrm rot="5400000" flipH="1" flipV="1">
            <a:off x="4667628" y="10168481"/>
            <a:ext cx="1" cy="2652547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曲线 91">
            <a:extLst>
              <a:ext uri="{FF2B5EF4-FFF2-40B4-BE49-F238E27FC236}">
                <a16:creationId xmlns:a16="http://schemas.microsoft.com/office/drawing/2014/main" id="{E659E8B0-508A-6F1B-00E8-18202EBF3CAB}"/>
              </a:ext>
            </a:extLst>
          </p:cNvPr>
          <p:cNvCxnSpPr>
            <a:cxnSpLocks/>
            <a:stCxn id="85" idx="4"/>
            <a:endCxn id="87" idx="4"/>
          </p:cNvCxnSpPr>
          <p:nvPr/>
        </p:nvCxnSpPr>
        <p:spPr>
          <a:xfrm rot="5400000" flipH="1" flipV="1">
            <a:off x="4667627" y="11154133"/>
            <a:ext cx="1" cy="2652547"/>
          </a:xfrm>
          <a:prstGeom prst="curvedConnector3">
            <a:avLst>
              <a:gd name="adj1" fmla="val -228600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7B6F1583-032E-CC4C-D8E1-B5ACFF6C94F7}"/>
              </a:ext>
            </a:extLst>
          </p:cNvPr>
          <p:cNvSpPr txBox="1"/>
          <p:nvPr/>
        </p:nvSpPr>
        <p:spPr>
          <a:xfrm>
            <a:off x="3699474" y="12708839"/>
            <a:ext cx="2031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UNICODE_ESCAPE</a:t>
            </a: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F8979733-0A9D-1966-5BDF-5D1CF8426954}"/>
              </a:ext>
            </a:extLst>
          </p:cNvPr>
          <p:cNvCxnSpPr>
            <a:cxnSpLocks/>
            <a:stCxn id="85" idx="5"/>
            <a:endCxn id="87" idx="3"/>
          </p:cNvCxnSpPr>
          <p:nvPr/>
        </p:nvCxnSpPr>
        <p:spPr>
          <a:xfrm flipV="1">
            <a:off x="3685637" y="12336060"/>
            <a:ext cx="196398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E9118610-CA91-7A02-66BB-FD91219DE146}"/>
              </a:ext>
            </a:extLst>
          </p:cNvPr>
          <p:cNvSpPr txBox="1"/>
          <p:nvPr/>
        </p:nvSpPr>
        <p:spPr>
          <a:xfrm>
            <a:off x="3795450" y="12311476"/>
            <a:ext cx="1872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QUOTE_ESCAPE</a:t>
            </a:r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1D3BCDC5-DEF0-B740-6FE9-73232899601F}"/>
              </a:ext>
            </a:extLst>
          </p:cNvPr>
          <p:cNvCxnSpPr>
            <a:cxnSpLocks/>
          </p:cNvCxnSpPr>
          <p:nvPr/>
        </p:nvCxnSpPr>
        <p:spPr>
          <a:xfrm flipV="1">
            <a:off x="6480789" y="11972692"/>
            <a:ext cx="124690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344942ED-27F1-E7FB-381F-C19C4FFB8392}"/>
              </a:ext>
            </a:extLst>
          </p:cNvPr>
          <p:cNvSpPr txBox="1"/>
          <p:nvPr/>
        </p:nvSpPr>
        <p:spPr>
          <a:xfrm>
            <a:off x="3828242" y="11649720"/>
            <a:ext cx="1872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ASCII_ESCAPE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79C609F-3372-983B-CAD5-1818AC0D3759}"/>
              </a:ext>
            </a:extLst>
          </p:cNvPr>
          <p:cNvSpPr txBox="1"/>
          <p:nvPr/>
        </p:nvSpPr>
        <p:spPr>
          <a:xfrm>
            <a:off x="6960628" y="11508680"/>
            <a:ext cx="287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”</a:t>
            </a:r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763A0141-EB7C-5021-A3B9-C62F2D857B17}"/>
              </a:ext>
            </a:extLst>
          </p:cNvPr>
          <p:cNvCxnSpPr>
            <a:cxnSpLocks/>
            <a:stCxn id="85" idx="6"/>
            <a:endCxn id="87" idx="2"/>
          </p:cNvCxnSpPr>
          <p:nvPr/>
        </p:nvCxnSpPr>
        <p:spPr>
          <a:xfrm flipV="1">
            <a:off x="3828243" y="11987580"/>
            <a:ext cx="167877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36AAAFC1-E928-9448-168B-13965677E937}"/>
              </a:ext>
            </a:extLst>
          </p:cNvPr>
          <p:cNvSpPr txBox="1"/>
          <p:nvPr/>
        </p:nvSpPr>
        <p:spPr>
          <a:xfrm>
            <a:off x="3867119" y="10916171"/>
            <a:ext cx="16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notspecialchar</a:t>
            </a:r>
            <a:endParaRPr lang="en-US" altLang="zh-CN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EBA269E6-0C2F-B09A-8F52-0122ACBAFB25}"/>
              </a:ext>
            </a:extLst>
          </p:cNvPr>
          <p:cNvSpPr txBox="1"/>
          <p:nvPr/>
        </p:nvSpPr>
        <p:spPr>
          <a:xfrm>
            <a:off x="3567153" y="11310087"/>
            <a:ext cx="2158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STRING_CONTINUE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EA121E31-2B8D-BE6A-C9C4-A6FB2B00683A}"/>
              </a:ext>
            </a:extLst>
          </p:cNvPr>
          <p:cNvSpPr txBox="1"/>
          <p:nvPr/>
        </p:nvSpPr>
        <p:spPr>
          <a:xfrm>
            <a:off x="9026084" y="11747531"/>
            <a:ext cx="2220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字符串字面量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3ABA4EAD-1A8F-8821-AE19-D2480DEB8113}"/>
              </a:ext>
            </a:extLst>
          </p:cNvPr>
          <p:cNvCxnSpPr>
            <a:cxnSpLocks/>
          </p:cNvCxnSpPr>
          <p:nvPr/>
        </p:nvCxnSpPr>
        <p:spPr>
          <a:xfrm>
            <a:off x="1128154" y="13893319"/>
            <a:ext cx="17337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流程图: 接点 117">
            <a:extLst>
              <a:ext uri="{FF2B5EF4-FFF2-40B4-BE49-F238E27FC236}">
                <a16:creationId xmlns:a16="http://schemas.microsoft.com/office/drawing/2014/main" id="{7358903F-D84C-A14D-A538-CEC2FBC48BF8}"/>
              </a:ext>
            </a:extLst>
          </p:cNvPr>
          <p:cNvSpPr/>
          <p:nvPr/>
        </p:nvSpPr>
        <p:spPr>
          <a:xfrm>
            <a:off x="2858209" y="13400492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A5EE2011-E98A-91AE-1557-2F6CB8449366}"/>
              </a:ext>
            </a:extLst>
          </p:cNvPr>
          <p:cNvSpPr txBox="1"/>
          <p:nvPr/>
        </p:nvSpPr>
        <p:spPr>
          <a:xfrm>
            <a:off x="1867178" y="13471467"/>
            <a:ext cx="287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</a:t>
            </a:r>
          </a:p>
        </p:txBody>
      </p:sp>
      <p:sp>
        <p:nvSpPr>
          <p:cNvPr id="120" name="流程图: 接点 119">
            <a:extLst>
              <a:ext uri="{FF2B5EF4-FFF2-40B4-BE49-F238E27FC236}">
                <a16:creationId xmlns:a16="http://schemas.microsoft.com/office/drawing/2014/main" id="{5DA23169-854E-C51F-DB83-006632C19FC1}"/>
              </a:ext>
            </a:extLst>
          </p:cNvPr>
          <p:cNvSpPr/>
          <p:nvPr/>
        </p:nvSpPr>
        <p:spPr>
          <a:xfrm>
            <a:off x="6269721" y="13401690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流程图: 接点 120">
            <a:extLst>
              <a:ext uri="{FF2B5EF4-FFF2-40B4-BE49-F238E27FC236}">
                <a16:creationId xmlns:a16="http://schemas.microsoft.com/office/drawing/2014/main" id="{5EB47CD3-AC14-5321-9139-DE9BA865BC17}"/>
              </a:ext>
            </a:extLst>
          </p:cNvPr>
          <p:cNvSpPr/>
          <p:nvPr/>
        </p:nvSpPr>
        <p:spPr>
          <a:xfrm>
            <a:off x="6324315" y="13466057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9A14227D-0F2E-D868-55C1-68F29F1626C6}"/>
              </a:ext>
            </a:extLst>
          </p:cNvPr>
          <p:cNvCxnSpPr>
            <a:cxnSpLocks/>
            <a:stCxn id="118" idx="6"/>
            <a:endCxn id="120" idx="2"/>
          </p:cNvCxnSpPr>
          <p:nvPr/>
        </p:nvCxnSpPr>
        <p:spPr>
          <a:xfrm>
            <a:off x="3831986" y="13893319"/>
            <a:ext cx="2437735" cy="1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文本框 123">
            <a:extLst>
              <a:ext uri="{FF2B5EF4-FFF2-40B4-BE49-F238E27FC236}">
                <a16:creationId xmlns:a16="http://schemas.microsoft.com/office/drawing/2014/main" id="{66050320-C049-3E51-A3FE-8570DAB24774}"/>
              </a:ext>
            </a:extLst>
          </p:cNvPr>
          <p:cNvSpPr txBox="1"/>
          <p:nvPr/>
        </p:nvSpPr>
        <p:spPr>
          <a:xfrm>
            <a:off x="3747969" y="13466057"/>
            <a:ext cx="2652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RAW_STRING_CONTENT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67F1E646-BFA4-94BB-A89E-5A06DAE46F32}"/>
              </a:ext>
            </a:extLst>
          </p:cNvPr>
          <p:cNvSpPr txBox="1"/>
          <p:nvPr/>
        </p:nvSpPr>
        <p:spPr>
          <a:xfrm>
            <a:off x="9026083" y="13662852"/>
            <a:ext cx="2676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原生字符串字面量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64ADF798-4652-32E5-475C-2EFCA82D1C4C}"/>
              </a:ext>
            </a:extLst>
          </p:cNvPr>
          <p:cNvCxnSpPr>
            <a:cxnSpLocks/>
          </p:cNvCxnSpPr>
          <p:nvPr/>
        </p:nvCxnSpPr>
        <p:spPr>
          <a:xfrm>
            <a:off x="1123405" y="15741928"/>
            <a:ext cx="17014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流程图: 接点 129">
            <a:extLst>
              <a:ext uri="{FF2B5EF4-FFF2-40B4-BE49-F238E27FC236}">
                <a16:creationId xmlns:a16="http://schemas.microsoft.com/office/drawing/2014/main" id="{AE9EF54C-FC18-AC73-44E6-71E92A67983C}"/>
              </a:ext>
            </a:extLst>
          </p:cNvPr>
          <p:cNvSpPr/>
          <p:nvPr/>
        </p:nvSpPr>
        <p:spPr>
          <a:xfrm>
            <a:off x="2821099" y="15249101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63B38847-E813-0F29-7BF3-5698ECA369F7}"/>
              </a:ext>
            </a:extLst>
          </p:cNvPr>
          <p:cNvSpPr txBox="1"/>
          <p:nvPr/>
        </p:nvSpPr>
        <p:spPr>
          <a:xfrm>
            <a:off x="1830068" y="15320076"/>
            <a:ext cx="287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</a:p>
        </p:txBody>
      </p: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6C22569A-679B-9B64-C8AD-9E603C8BECE5}"/>
              </a:ext>
            </a:extLst>
          </p:cNvPr>
          <p:cNvCxnSpPr>
            <a:cxnSpLocks/>
            <a:stCxn id="130" idx="6"/>
            <a:endCxn id="134" idx="2"/>
          </p:cNvCxnSpPr>
          <p:nvPr/>
        </p:nvCxnSpPr>
        <p:spPr>
          <a:xfrm>
            <a:off x="3794876" y="15741928"/>
            <a:ext cx="940485" cy="10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流程图: 接点 133">
            <a:extLst>
              <a:ext uri="{FF2B5EF4-FFF2-40B4-BE49-F238E27FC236}">
                <a16:creationId xmlns:a16="http://schemas.microsoft.com/office/drawing/2014/main" id="{8E6C679F-D3B2-D8CE-1F07-5806726716F5}"/>
              </a:ext>
            </a:extLst>
          </p:cNvPr>
          <p:cNvSpPr/>
          <p:nvPr/>
        </p:nvSpPr>
        <p:spPr>
          <a:xfrm>
            <a:off x="4735361" y="15259424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2D71D186-277D-4496-56B6-87752D7FDD82}"/>
              </a:ext>
            </a:extLst>
          </p:cNvPr>
          <p:cNvSpPr txBox="1"/>
          <p:nvPr/>
        </p:nvSpPr>
        <p:spPr>
          <a:xfrm>
            <a:off x="4133761" y="15290164"/>
            <a:ext cx="287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‘</a:t>
            </a:r>
          </a:p>
        </p:txBody>
      </p:sp>
      <p:sp>
        <p:nvSpPr>
          <p:cNvPr id="139" name="流程图: 接点 138">
            <a:extLst>
              <a:ext uri="{FF2B5EF4-FFF2-40B4-BE49-F238E27FC236}">
                <a16:creationId xmlns:a16="http://schemas.microsoft.com/office/drawing/2014/main" id="{FF360FB7-0FD5-0A6D-B126-5FB3ACD40F72}"/>
              </a:ext>
            </a:extLst>
          </p:cNvPr>
          <p:cNvSpPr/>
          <p:nvPr/>
        </p:nvSpPr>
        <p:spPr>
          <a:xfrm>
            <a:off x="6719454" y="15266116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8" name="连接符: 曲线 147">
            <a:extLst>
              <a:ext uri="{FF2B5EF4-FFF2-40B4-BE49-F238E27FC236}">
                <a16:creationId xmlns:a16="http://schemas.microsoft.com/office/drawing/2014/main" id="{B89B8FDA-7893-435B-5899-C89FBF2C6945}"/>
              </a:ext>
            </a:extLst>
          </p:cNvPr>
          <p:cNvCxnSpPr>
            <a:cxnSpLocks/>
            <a:stCxn id="134" idx="5"/>
            <a:endCxn id="139" idx="3"/>
          </p:cNvCxnSpPr>
          <p:nvPr/>
        </p:nvCxnSpPr>
        <p:spPr>
          <a:xfrm rot="16200000" flipH="1">
            <a:off x="6210950" y="15456313"/>
            <a:ext cx="6692" cy="1295528"/>
          </a:xfrm>
          <a:prstGeom prst="curvedConnector3">
            <a:avLst>
              <a:gd name="adj1" fmla="val 567301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连接符: 曲线 150">
            <a:extLst>
              <a:ext uri="{FF2B5EF4-FFF2-40B4-BE49-F238E27FC236}">
                <a16:creationId xmlns:a16="http://schemas.microsoft.com/office/drawing/2014/main" id="{C68DC479-6377-134F-2358-A928A477D366}"/>
              </a:ext>
            </a:extLst>
          </p:cNvPr>
          <p:cNvCxnSpPr>
            <a:cxnSpLocks/>
            <a:stCxn id="134" idx="7"/>
            <a:endCxn id="139" idx="1"/>
          </p:cNvCxnSpPr>
          <p:nvPr/>
        </p:nvCxnSpPr>
        <p:spPr>
          <a:xfrm rot="16200000" flipH="1">
            <a:off x="6210950" y="14759352"/>
            <a:ext cx="6692" cy="1295528"/>
          </a:xfrm>
          <a:prstGeom prst="curvedConnector3">
            <a:avLst>
              <a:gd name="adj1" fmla="val -557301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E618F422-7626-F625-0CE7-DD36A44BBFDE}"/>
              </a:ext>
            </a:extLst>
          </p:cNvPr>
          <p:cNvCxnSpPr>
            <a:cxnSpLocks/>
          </p:cNvCxnSpPr>
          <p:nvPr/>
        </p:nvCxnSpPr>
        <p:spPr>
          <a:xfrm>
            <a:off x="7685042" y="15696868"/>
            <a:ext cx="940485" cy="10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文本框 156">
            <a:extLst>
              <a:ext uri="{FF2B5EF4-FFF2-40B4-BE49-F238E27FC236}">
                <a16:creationId xmlns:a16="http://schemas.microsoft.com/office/drawing/2014/main" id="{84D11233-1294-30B3-131B-7CB72CF88F79}"/>
              </a:ext>
            </a:extLst>
          </p:cNvPr>
          <p:cNvSpPr txBox="1"/>
          <p:nvPr/>
        </p:nvSpPr>
        <p:spPr>
          <a:xfrm>
            <a:off x="8023927" y="15245104"/>
            <a:ext cx="287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’</a:t>
            </a:r>
          </a:p>
        </p:txBody>
      </p:sp>
      <p:sp>
        <p:nvSpPr>
          <p:cNvPr id="158" name="流程图: 接点 157">
            <a:extLst>
              <a:ext uri="{FF2B5EF4-FFF2-40B4-BE49-F238E27FC236}">
                <a16:creationId xmlns:a16="http://schemas.microsoft.com/office/drawing/2014/main" id="{2C1D64D4-063F-882B-D1FC-00F69A0B0EEE}"/>
              </a:ext>
            </a:extLst>
          </p:cNvPr>
          <p:cNvSpPr/>
          <p:nvPr/>
        </p:nvSpPr>
        <p:spPr>
          <a:xfrm>
            <a:off x="8633013" y="15208719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流程图: 接点 158">
            <a:extLst>
              <a:ext uri="{FF2B5EF4-FFF2-40B4-BE49-F238E27FC236}">
                <a16:creationId xmlns:a16="http://schemas.microsoft.com/office/drawing/2014/main" id="{B776D360-F61B-97A7-DD5B-958F1534C802}"/>
              </a:ext>
            </a:extLst>
          </p:cNvPr>
          <p:cNvSpPr/>
          <p:nvPr/>
        </p:nvSpPr>
        <p:spPr>
          <a:xfrm>
            <a:off x="8687607" y="15273086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EC257DB1-E1A8-C69D-3E44-BEDDCDBD73FF}"/>
              </a:ext>
            </a:extLst>
          </p:cNvPr>
          <p:cNvSpPr txBox="1"/>
          <p:nvPr/>
        </p:nvSpPr>
        <p:spPr>
          <a:xfrm>
            <a:off x="5445912" y="16497066"/>
            <a:ext cx="1532840" cy="369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BYTE_ESCAPE</a:t>
            </a: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212D871F-0F05-C6A9-86EB-B23B86B683D1}"/>
              </a:ext>
            </a:extLst>
          </p:cNvPr>
          <p:cNvSpPr txBox="1"/>
          <p:nvPr/>
        </p:nvSpPr>
        <p:spPr>
          <a:xfrm>
            <a:off x="5253749" y="14660257"/>
            <a:ext cx="2031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ASCII_FOR_CHAR</a:t>
            </a: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C74E19D9-7826-999F-1AC5-16A70DD9BEFF}"/>
              </a:ext>
            </a:extLst>
          </p:cNvPr>
          <p:cNvSpPr txBox="1"/>
          <p:nvPr/>
        </p:nvSpPr>
        <p:spPr>
          <a:xfrm>
            <a:off x="9908740" y="15458995"/>
            <a:ext cx="2676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字节字面量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4C65E576-79B9-F0D8-B902-41DEF9230E2D}"/>
              </a:ext>
            </a:extLst>
          </p:cNvPr>
          <p:cNvCxnSpPr>
            <a:cxnSpLocks/>
          </p:cNvCxnSpPr>
          <p:nvPr/>
        </p:nvCxnSpPr>
        <p:spPr>
          <a:xfrm>
            <a:off x="1123405" y="18093685"/>
            <a:ext cx="17014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流程图: 接点 165">
            <a:extLst>
              <a:ext uri="{FF2B5EF4-FFF2-40B4-BE49-F238E27FC236}">
                <a16:creationId xmlns:a16="http://schemas.microsoft.com/office/drawing/2014/main" id="{1940CB27-5905-D546-D277-5869E6DDA431}"/>
              </a:ext>
            </a:extLst>
          </p:cNvPr>
          <p:cNvSpPr/>
          <p:nvPr/>
        </p:nvSpPr>
        <p:spPr>
          <a:xfrm>
            <a:off x="2821099" y="17600858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6D3202D1-A052-804C-0CC2-B21DCBCFE719}"/>
              </a:ext>
            </a:extLst>
          </p:cNvPr>
          <p:cNvSpPr txBox="1"/>
          <p:nvPr/>
        </p:nvSpPr>
        <p:spPr>
          <a:xfrm>
            <a:off x="1830068" y="17671833"/>
            <a:ext cx="287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</a:p>
        </p:txBody>
      </p: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F50C33A0-5FC8-E430-B2C3-0D11DF9EF4F1}"/>
              </a:ext>
            </a:extLst>
          </p:cNvPr>
          <p:cNvCxnSpPr>
            <a:cxnSpLocks/>
            <a:stCxn id="166" idx="6"/>
            <a:endCxn id="169" idx="2"/>
          </p:cNvCxnSpPr>
          <p:nvPr/>
        </p:nvCxnSpPr>
        <p:spPr>
          <a:xfrm>
            <a:off x="3794876" y="18093685"/>
            <a:ext cx="940485" cy="10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流程图: 接点 168">
            <a:extLst>
              <a:ext uri="{FF2B5EF4-FFF2-40B4-BE49-F238E27FC236}">
                <a16:creationId xmlns:a16="http://schemas.microsoft.com/office/drawing/2014/main" id="{1A646CD0-F3C5-517F-1CB2-E3B20ED3E1D6}"/>
              </a:ext>
            </a:extLst>
          </p:cNvPr>
          <p:cNvSpPr/>
          <p:nvPr/>
        </p:nvSpPr>
        <p:spPr>
          <a:xfrm>
            <a:off x="4735361" y="17611181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297DCB6B-4BCA-F781-2A91-EFE96C150FF1}"/>
              </a:ext>
            </a:extLst>
          </p:cNvPr>
          <p:cNvSpPr txBox="1"/>
          <p:nvPr/>
        </p:nvSpPr>
        <p:spPr>
          <a:xfrm>
            <a:off x="4133761" y="17641921"/>
            <a:ext cx="287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“</a:t>
            </a:r>
          </a:p>
        </p:txBody>
      </p:sp>
      <p:cxnSp>
        <p:nvCxnSpPr>
          <p:cNvPr id="171" name="连接符: 曲线 170">
            <a:extLst>
              <a:ext uri="{FF2B5EF4-FFF2-40B4-BE49-F238E27FC236}">
                <a16:creationId xmlns:a16="http://schemas.microsoft.com/office/drawing/2014/main" id="{9B2A3734-3190-90E9-92C1-FC2FACFD16F1}"/>
              </a:ext>
            </a:extLst>
          </p:cNvPr>
          <p:cNvCxnSpPr>
            <a:cxnSpLocks/>
            <a:stCxn id="169" idx="7"/>
            <a:endCxn id="172" idx="1"/>
          </p:cNvCxnSpPr>
          <p:nvPr/>
        </p:nvCxnSpPr>
        <p:spPr>
          <a:xfrm rot="5400000" flipH="1" flipV="1">
            <a:off x="6397438" y="16919985"/>
            <a:ext cx="4636" cy="1666449"/>
          </a:xfrm>
          <a:prstGeom prst="curvedConnector3">
            <a:avLst>
              <a:gd name="adj1" fmla="val 814456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流程图: 接点 171">
            <a:extLst>
              <a:ext uri="{FF2B5EF4-FFF2-40B4-BE49-F238E27FC236}">
                <a16:creationId xmlns:a16="http://schemas.microsoft.com/office/drawing/2014/main" id="{C5CDDF6D-790D-2BF9-8821-D35CAF64BE44}"/>
              </a:ext>
            </a:extLst>
          </p:cNvPr>
          <p:cNvSpPr/>
          <p:nvPr/>
        </p:nvSpPr>
        <p:spPr>
          <a:xfrm>
            <a:off x="7090375" y="17606545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5" name="连接符: 曲线 174">
            <a:extLst>
              <a:ext uri="{FF2B5EF4-FFF2-40B4-BE49-F238E27FC236}">
                <a16:creationId xmlns:a16="http://schemas.microsoft.com/office/drawing/2014/main" id="{FC865CED-1D71-AE5C-8BC3-901EE23C0EB2}"/>
              </a:ext>
            </a:extLst>
          </p:cNvPr>
          <p:cNvCxnSpPr>
            <a:cxnSpLocks/>
            <a:stCxn id="169" idx="5"/>
            <a:endCxn id="172" idx="3"/>
          </p:cNvCxnSpPr>
          <p:nvPr/>
        </p:nvCxnSpPr>
        <p:spPr>
          <a:xfrm rot="5400000" flipH="1" flipV="1">
            <a:off x="6397438" y="17616945"/>
            <a:ext cx="4636" cy="1666449"/>
          </a:xfrm>
          <a:prstGeom prst="curvedConnector3">
            <a:avLst>
              <a:gd name="adj1" fmla="val -804456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32EDFF8A-9A56-79D6-447D-193047437E57}"/>
              </a:ext>
            </a:extLst>
          </p:cNvPr>
          <p:cNvCxnSpPr>
            <a:cxnSpLocks/>
            <a:stCxn id="169" idx="6"/>
            <a:endCxn id="172" idx="2"/>
          </p:cNvCxnSpPr>
          <p:nvPr/>
        </p:nvCxnSpPr>
        <p:spPr>
          <a:xfrm flipV="1">
            <a:off x="5709138" y="18099372"/>
            <a:ext cx="1381237" cy="4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71A90F66-1BDF-BF57-A865-26A893D41C78}"/>
              </a:ext>
            </a:extLst>
          </p:cNvPr>
          <p:cNvCxnSpPr>
            <a:cxnSpLocks/>
            <a:stCxn id="172" idx="6"/>
            <a:endCxn id="184" idx="2"/>
          </p:cNvCxnSpPr>
          <p:nvPr/>
        </p:nvCxnSpPr>
        <p:spPr>
          <a:xfrm>
            <a:off x="8064152" y="18099372"/>
            <a:ext cx="637323" cy="4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流程图: 接点 183">
            <a:extLst>
              <a:ext uri="{FF2B5EF4-FFF2-40B4-BE49-F238E27FC236}">
                <a16:creationId xmlns:a16="http://schemas.microsoft.com/office/drawing/2014/main" id="{65664C0C-9DED-B53F-0975-50B94ACC6253}"/>
              </a:ext>
            </a:extLst>
          </p:cNvPr>
          <p:cNvSpPr/>
          <p:nvPr/>
        </p:nvSpPr>
        <p:spPr>
          <a:xfrm>
            <a:off x="8701475" y="17611458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流程图: 接点 184">
            <a:extLst>
              <a:ext uri="{FF2B5EF4-FFF2-40B4-BE49-F238E27FC236}">
                <a16:creationId xmlns:a16="http://schemas.microsoft.com/office/drawing/2014/main" id="{235195F2-B57B-F0D7-30D0-88726F2F4DD7}"/>
              </a:ext>
            </a:extLst>
          </p:cNvPr>
          <p:cNvSpPr/>
          <p:nvPr/>
        </p:nvSpPr>
        <p:spPr>
          <a:xfrm>
            <a:off x="8756069" y="17675825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A1AF6040-C4D0-2802-A77D-F17340170AD9}"/>
              </a:ext>
            </a:extLst>
          </p:cNvPr>
          <p:cNvSpPr txBox="1"/>
          <p:nvPr/>
        </p:nvSpPr>
        <p:spPr>
          <a:xfrm>
            <a:off x="5253748" y="17012456"/>
            <a:ext cx="2111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ASCII_FOR_STRING</a:t>
            </a: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87047410-A080-3566-28FE-AF7B33BF770A}"/>
              </a:ext>
            </a:extLst>
          </p:cNvPr>
          <p:cNvSpPr txBox="1"/>
          <p:nvPr/>
        </p:nvSpPr>
        <p:spPr>
          <a:xfrm>
            <a:off x="5620538" y="17743530"/>
            <a:ext cx="1532840" cy="369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BYTE_ESCAPE</a:t>
            </a: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3C9153B2-B0B2-3F1A-4AC9-61F23E1BD1EE}"/>
              </a:ext>
            </a:extLst>
          </p:cNvPr>
          <p:cNvSpPr txBox="1"/>
          <p:nvPr/>
        </p:nvSpPr>
        <p:spPr>
          <a:xfrm>
            <a:off x="8196940" y="17620149"/>
            <a:ext cx="287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”</a:t>
            </a: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D08E50AD-AB47-95A1-9BCE-5203DA5B6C43}"/>
              </a:ext>
            </a:extLst>
          </p:cNvPr>
          <p:cNvSpPr txBox="1"/>
          <p:nvPr/>
        </p:nvSpPr>
        <p:spPr>
          <a:xfrm>
            <a:off x="5411355" y="18797713"/>
            <a:ext cx="2160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STRING_CONTINUE</a:t>
            </a: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439D1662-CA3F-5E28-262D-7ABAE17E8B01}"/>
              </a:ext>
            </a:extLst>
          </p:cNvPr>
          <p:cNvSpPr txBox="1"/>
          <p:nvPr/>
        </p:nvSpPr>
        <p:spPr>
          <a:xfrm>
            <a:off x="9908740" y="17864738"/>
            <a:ext cx="2676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字节串字面量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6B019B91-D1EA-A047-1928-D876CB248B36}"/>
              </a:ext>
            </a:extLst>
          </p:cNvPr>
          <p:cNvCxnSpPr>
            <a:cxnSpLocks/>
            <a:endCxn id="207" idx="2"/>
          </p:cNvCxnSpPr>
          <p:nvPr/>
        </p:nvCxnSpPr>
        <p:spPr>
          <a:xfrm>
            <a:off x="1084825" y="20228804"/>
            <a:ext cx="1777128" cy="10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流程图: 接点 198">
            <a:extLst>
              <a:ext uri="{FF2B5EF4-FFF2-40B4-BE49-F238E27FC236}">
                <a16:creationId xmlns:a16="http://schemas.microsoft.com/office/drawing/2014/main" id="{F5B6E9CC-8BB0-8469-6B70-2D909BD32781}"/>
              </a:ext>
            </a:extLst>
          </p:cNvPr>
          <p:cNvSpPr/>
          <p:nvPr/>
        </p:nvSpPr>
        <p:spPr>
          <a:xfrm>
            <a:off x="4639113" y="19745058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656BD214-57B7-521E-CE9D-FB04BEDBF056}"/>
              </a:ext>
            </a:extLst>
          </p:cNvPr>
          <p:cNvSpPr txBox="1"/>
          <p:nvPr/>
        </p:nvSpPr>
        <p:spPr>
          <a:xfrm>
            <a:off x="1823849" y="19828724"/>
            <a:ext cx="287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</a:p>
        </p:txBody>
      </p:sp>
      <p:sp>
        <p:nvSpPr>
          <p:cNvPr id="201" name="流程图: 接点 200">
            <a:extLst>
              <a:ext uri="{FF2B5EF4-FFF2-40B4-BE49-F238E27FC236}">
                <a16:creationId xmlns:a16="http://schemas.microsoft.com/office/drawing/2014/main" id="{A2C12A9B-B6D9-E1B8-A52E-0E0186CC5338}"/>
              </a:ext>
            </a:extLst>
          </p:cNvPr>
          <p:cNvSpPr/>
          <p:nvPr/>
        </p:nvSpPr>
        <p:spPr>
          <a:xfrm>
            <a:off x="8746939" y="19755944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流程图: 接点 201">
            <a:extLst>
              <a:ext uri="{FF2B5EF4-FFF2-40B4-BE49-F238E27FC236}">
                <a16:creationId xmlns:a16="http://schemas.microsoft.com/office/drawing/2014/main" id="{85000AB3-1F4C-5F92-BCBA-B8E3E76928A4}"/>
              </a:ext>
            </a:extLst>
          </p:cNvPr>
          <p:cNvSpPr/>
          <p:nvPr/>
        </p:nvSpPr>
        <p:spPr>
          <a:xfrm>
            <a:off x="8801533" y="19820311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1FD7508E-2020-03DA-8DF7-EBA42D36D0FB}"/>
              </a:ext>
            </a:extLst>
          </p:cNvPr>
          <p:cNvCxnSpPr>
            <a:cxnSpLocks/>
            <a:stCxn id="199" idx="6"/>
            <a:endCxn id="201" idx="2"/>
          </p:cNvCxnSpPr>
          <p:nvPr/>
        </p:nvCxnSpPr>
        <p:spPr>
          <a:xfrm>
            <a:off x="5612890" y="20237885"/>
            <a:ext cx="3134049" cy="10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文本框 203">
            <a:extLst>
              <a:ext uri="{FF2B5EF4-FFF2-40B4-BE49-F238E27FC236}">
                <a16:creationId xmlns:a16="http://schemas.microsoft.com/office/drawing/2014/main" id="{EA4B2B3F-97F4-4BE8-E262-E9945901597F}"/>
              </a:ext>
            </a:extLst>
          </p:cNvPr>
          <p:cNvSpPr txBox="1"/>
          <p:nvPr/>
        </p:nvSpPr>
        <p:spPr>
          <a:xfrm>
            <a:off x="5578349" y="19823315"/>
            <a:ext cx="3255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RAW_BYTE_STRING_CONTENT</a:t>
            </a:r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C3692864-2E01-ADF5-D466-1AA07AAA07C7}"/>
              </a:ext>
            </a:extLst>
          </p:cNvPr>
          <p:cNvSpPr txBox="1"/>
          <p:nvPr/>
        </p:nvSpPr>
        <p:spPr>
          <a:xfrm>
            <a:off x="9908740" y="19998338"/>
            <a:ext cx="2676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原生字节串字面量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sp>
        <p:nvSpPr>
          <p:cNvPr id="207" name="流程图: 接点 206">
            <a:extLst>
              <a:ext uri="{FF2B5EF4-FFF2-40B4-BE49-F238E27FC236}">
                <a16:creationId xmlns:a16="http://schemas.microsoft.com/office/drawing/2014/main" id="{4CC7373B-3CBD-1797-D4FD-F3A6CB2EDCE1}"/>
              </a:ext>
            </a:extLst>
          </p:cNvPr>
          <p:cNvSpPr/>
          <p:nvPr/>
        </p:nvSpPr>
        <p:spPr>
          <a:xfrm>
            <a:off x="2861953" y="19746864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D6CD4F9F-A21D-7662-6BB3-80745E1E4D68}"/>
              </a:ext>
            </a:extLst>
          </p:cNvPr>
          <p:cNvCxnSpPr>
            <a:cxnSpLocks/>
            <a:stCxn id="207" idx="6"/>
            <a:endCxn id="199" idx="2"/>
          </p:cNvCxnSpPr>
          <p:nvPr/>
        </p:nvCxnSpPr>
        <p:spPr>
          <a:xfrm flipV="1">
            <a:off x="3835730" y="20237885"/>
            <a:ext cx="803383" cy="1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文本框 213">
            <a:extLst>
              <a:ext uri="{FF2B5EF4-FFF2-40B4-BE49-F238E27FC236}">
                <a16:creationId xmlns:a16="http://schemas.microsoft.com/office/drawing/2014/main" id="{9981E385-F368-CE7D-3A1F-CAEC5111C56B}"/>
              </a:ext>
            </a:extLst>
          </p:cNvPr>
          <p:cNvSpPr txBox="1"/>
          <p:nvPr/>
        </p:nvSpPr>
        <p:spPr>
          <a:xfrm>
            <a:off x="4133761" y="19850495"/>
            <a:ext cx="287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</a:t>
            </a:r>
          </a:p>
        </p:txBody>
      </p:sp>
      <p:sp>
        <p:nvSpPr>
          <p:cNvPr id="234" name="流程图: 接点 233">
            <a:extLst>
              <a:ext uri="{FF2B5EF4-FFF2-40B4-BE49-F238E27FC236}">
                <a16:creationId xmlns:a16="http://schemas.microsoft.com/office/drawing/2014/main" id="{DF4383DD-9E43-051E-BE51-D4BF449F3BE0}"/>
              </a:ext>
            </a:extLst>
          </p:cNvPr>
          <p:cNvSpPr/>
          <p:nvPr/>
        </p:nvSpPr>
        <p:spPr>
          <a:xfrm>
            <a:off x="2760071" y="21242942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流程图: 接点 234">
            <a:extLst>
              <a:ext uri="{FF2B5EF4-FFF2-40B4-BE49-F238E27FC236}">
                <a16:creationId xmlns:a16="http://schemas.microsoft.com/office/drawing/2014/main" id="{99492EB5-5495-FE4E-85A9-3A7765D7CB0B}"/>
              </a:ext>
            </a:extLst>
          </p:cNvPr>
          <p:cNvSpPr/>
          <p:nvPr/>
        </p:nvSpPr>
        <p:spPr>
          <a:xfrm>
            <a:off x="2814665" y="21307309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C80E71B3-5E79-F166-0A04-D49BA894882D}"/>
              </a:ext>
            </a:extLst>
          </p:cNvPr>
          <p:cNvSpPr txBox="1"/>
          <p:nvPr/>
        </p:nvSpPr>
        <p:spPr>
          <a:xfrm>
            <a:off x="1653795" y="21005702"/>
            <a:ext cx="663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true</a:t>
            </a: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C58EF83C-D6FA-FE33-99B4-C3D34BAC70E2}"/>
              </a:ext>
            </a:extLst>
          </p:cNvPr>
          <p:cNvSpPr txBox="1"/>
          <p:nvPr/>
        </p:nvSpPr>
        <p:spPr>
          <a:xfrm>
            <a:off x="1612511" y="22145111"/>
            <a:ext cx="627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false</a:t>
            </a: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A73D9ADA-C93B-5F43-C76C-A38EECED64DC}"/>
              </a:ext>
            </a:extLst>
          </p:cNvPr>
          <p:cNvSpPr txBox="1"/>
          <p:nvPr/>
        </p:nvSpPr>
        <p:spPr>
          <a:xfrm>
            <a:off x="4270701" y="21544110"/>
            <a:ext cx="2676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布尔字面量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9D6B1146-0474-7ADC-1CEA-D6D60342F4BB}"/>
              </a:ext>
            </a:extLst>
          </p:cNvPr>
          <p:cNvCxnSpPr>
            <a:cxnSpLocks/>
          </p:cNvCxnSpPr>
          <p:nvPr/>
        </p:nvCxnSpPr>
        <p:spPr>
          <a:xfrm>
            <a:off x="1120192" y="7628653"/>
            <a:ext cx="17337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流程图: 接点 246">
            <a:extLst>
              <a:ext uri="{FF2B5EF4-FFF2-40B4-BE49-F238E27FC236}">
                <a16:creationId xmlns:a16="http://schemas.microsoft.com/office/drawing/2014/main" id="{33BE7A58-EF20-2F6B-B205-134E9669898A}"/>
              </a:ext>
            </a:extLst>
          </p:cNvPr>
          <p:cNvSpPr/>
          <p:nvPr/>
        </p:nvSpPr>
        <p:spPr>
          <a:xfrm>
            <a:off x="2850247" y="7135826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A71B06A1-3BEA-96F7-3480-13A694754DBD}"/>
              </a:ext>
            </a:extLst>
          </p:cNvPr>
          <p:cNvSpPr txBox="1"/>
          <p:nvPr/>
        </p:nvSpPr>
        <p:spPr>
          <a:xfrm>
            <a:off x="1221951" y="7235902"/>
            <a:ext cx="153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DEC_LITERAL</a:t>
            </a:r>
          </a:p>
        </p:txBody>
      </p:sp>
      <p:sp>
        <p:nvSpPr>
          <p:cNvPr id="249" name="流程图: 接点 248">
            <a:extLst>
              <a:ext uri="{FF2B5EF4-FFF2-40B4-BE49-F238E27FC236}">
                <a16:creationId xmlns:a16="http://schemas.microsoft.com/office/drawing/2014/main" id="{0BD9517B-A578-50B5-67AF-02E5BE29DF21}"/>
              </a:ext>
            </a:extLst>
          </p:cNvPr>
          <p:cNvSpPr/>
          <p:nvPr/>
        </p:nvSpPr>
        <p:spPr>
          <a:xfrm>
            <a:off x="5510755" y="7131559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流程图: 接点 249">
            <a:extLst>
              <a:ext uri="{FF2B5EF4-FFF2-40B4-BE49-F238E27FC236}">
                <a16:creationId xmlns:a16="http://schemas.microsoft.com/office/drawing/2014/main" id="{4CC743E6-BECB-E451-7284-C261B93B3CB7}"/>
              </a:ext>
            </a:extLst>
          </p:cNvPr>
          <p:cNvSpPr/>
          <p:nvPr/>
        </p:nvSpPr>
        <p:spPr>
          <a:xfrm>
            <a:off x="5565349" y="7195926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1" name="直接箭头连接符 250">
            <a:extLst>
              <a:ext uri="{FF2B5EF4-FFF2-40B4-BE49-F238E27FC236}">
                <a16:creationId xmlns:a16="http://schemas.microsoft.com/office/drawing/2014/main" id="{89B0D1C6-1D0A-95B3-AC01-E456EBD1546D}"/>
              </a:ext>
            </a:extLst>
          </p:cNvPr>
          <p:cNvCxnSpPr>
            <a:cxnSpLocks/>
            <a:stCxn id="247" idx="6"/>
            <a:endCxn id="249" idx="2"/>
          </p:cNvCxnSpPr>
          <p:nvPr/>
        </p:nvCxnSpPr>
        <p:spPr>
          <a:xfrm flipV="1">
            <a:off x="3824024" y="7624386"/>
            <a:ext cx="1686731" cy="4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连接符: 曲线 254">
            <a:extLst>
              <a:ext uri="{FF2B5EF4-FFF2-40B4-BE49-F238E27FC236}">
                <a16:creationId xmlns:a16="http://schemas.microsoft.com/office/drawing/2014/main" id="{8BA50307-07EC-88C5-363B-A837735C8451}"/>
              </a:ext>
            </a:extLst>
          </p:cNvPr>
          <p:cNvCxnSpPr>
            <a:cxnSpLocks/>
            <a:stCxn id="247" idx="7"/>
            <a:endCxn id="249" idx="1"/>
          </p:cNvCxnSpPr>
          <p:nvPr/>
        </p:nvCxnSpPr>
        <p:spPr>
          <a:xfrm rot="5400000" flipH="1" flipV="1">
            <a:off x="4665256" y="6292068"/>
            <a:ext cx="4267" cy="1971943"/>
          </a:xfrm>
          <a:prstGeom prst="curvedConnector3">
            <a:avLst>
              <a:gd name="adj1" fmla="val 88402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连接符: 曲线 257">
            <a:extLst>
              <a:ext uri="{FF2B5EF4-FFF2-40B4-BE49-F238E27FC236}">
                <a16:creationId xmlns:a16="http://schemas.microsoft.com/office/drawing/2014/main" id="{617B2574-946B-32CD-A33A-694D14C8EB12}"/>
              </a:ext>
            </a:extLst>
          </p:cNvPr>
          <p:cNvCxnSpPr>
            <a:cxnSpLocks/>
            <a:stCxn id="247" idx="5"/>
            <a:endCxn id="249" idx="3"/>
          </p:cNvCxnSpPr>
          <p:nvPr/>
        </p:nvCxnSpPr>
        <p:spPr>
          <a:xfrm rot="5400000" flipH="1" flipV="1">
            <a:off x="4665255" y="6989028"/>
            <a:ext cx="4267" cy="1971943"/>
          </a:xfrm>
          <a:prstGeom prst="curvedConnector3">
            <a:avLst>
              <a:gd name="adj1" fmla="val -87402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文本框 260">
            <a:extLst>
              <a:ext uri="{FF2B5EF4-FFF2-40B4-BE49-F238E27FC236}">
                <a16:creationId xmlns:a16="http://schemas.microsoft.com/office/drawing/2014/main" id="{D6373747-15A0-CFC3-0CE6-6C8D94159167}"/>
              </a:ext>
            </a:extLst>
          </p:cNvPr>
          <p:cNvSpPr txBox="1"/>
          <p:nvPr/>
        </p:nvSpPr>
        <p:spPr>
          <a:xfrm>
            <a:off x="4497686" y="6197139"/>
            <a:ext cx="339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.</a:t>
            </a:r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F4DD247B-3C82-DD07-F81A-4178B4098825}"/>
              </a:ext>
            </a:extLst>
          </p:cNvPr>
          <p:cNvSpPr txBox="1"/>
          <p:nvPr/>
        </p:nvSpPr>
        <p:spPr>
          <a:xfrm>
            <a:off x="3566164" y="8306387"/>
            <a:ext cx="2047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FLOAT_EXPONENT</a:t>
            </a:r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56B96A44-49F0-B707-F93C-B9678B885AE5}"/>
              </a:ext>
            </a:extLst>
          </p:cNvPr>
          <p:cNvSpPr txBox="1"/>
          <p:nvPr/>
        </p:nvSpPr>
        <p:spPr>
          <a:xfrm>
            <a:off x="3835730" y="7282149"/>
            <a:ext cx="1729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FLOAT_SUFFIX</a:t>
            </a:r>
          </a:p>
        </p:txBody>
      </p:sp>
      <p:cxnSp>
        <p:nvCxnSpPr>
          <p:cNvPr id="271" name="连接符: 曲线 270">
            <a:extLst>
              <a:ext uri="{FF2B5EF4-FFF2-40B4-BE49-F238E27FC236}">
                <a16:creationId xmlns:a16="http://schemas.microsoft.com/office/drawing/2014/main" id="{2905C63B-68D7-2CF0-4768-19C69F137096}"/>
              </a:ext>
            </a:extLst>
          </p:cNvPr>
          <p:cNvCxnSpPr>
            <a:cxnSpLocks/>
            <a:stCxn id="249" idx="7"/>
            <a:endCxn id="249" idx="1"/>
          </p:cNvCxnSpPr>
          <p:nvPr/>
        </p:nvCxnSpPr>
        <p:spPr>
          <a:xfrm rot="16200000" flipV="1">
            <a:off x="5997644" y="6931622"/>
            <a:ext cx="12700" cy="688565"/>
          </a:xfrm>
          <a:prstGeom prst="curvedConnector3">
            <a:avLst>
              <a:gd name="adj1" fmla="val 293658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连接符: 曲线 272">
            <a:extLst>
              <a:ext uri="{FF2B5EF4-FFF2-40B4-BE49-F238E27FC236}">
                <a16:creationId xmlns:a16="http://schemas.microsoft.com/office/drawing/2014/main" id="{9AA4C9A0-E356-AFC1-1AA9-A17BEA2BF96D}"/>
              </a:ext>
            </a:extLst>
          </p:cNvPr>
          <p:cNvCxnSpPr>
            <a:cxnSpLocks/>
            <a:stCxn id="249" idx="5"/>
            <a:endCxn id="249" idx="3"/>
          </p:cNvCxnSpPr>
          <p:nvPr/>
        </p:nvCxnSpPr>
        <p:spPr>
          <a:xfrm rot="5400000">
            <a:off x="5997644" y="7628584"/>
            <a:ext cx="12700" cy="688565"/>
          </a:xfrm>
          <a:prstGeom prst="curvedConnector3">
            <a:avLst>
              <a:gd name="adj1" fmla="val 293658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连接符: 曲线 324">
            <a:extLst>
              <a:ext uri="{FF2B5EF4-FFF2-40B4-BE49-F238E27FC236}">
                <a16:creationId xmlns:a16="http://schemas.microsoft.com/office/drawing/2014/main" id="{9ED0011B-6231-C0A3-32DC-FE6D2BAAD1C1}"/>
              </a:ext>
            </a:extLst>
          </p:cNvPr>
          <p:cNvCxnSpPr>
            <a:cxnSpLocks/>
            <a:stCxn id="249" idx="7"/>
            <a:endCxn id="249" idx="5"/>
          </p:cNvCxnSpPr>
          <p:nvPr/>
        </p:nvCxnSpPr>
        <p:spPr>
          <a:xfrm rot="16200000" flipH="1">
            <a:off x="5993445" y="7624385"/>
            <a:ext cx="696961" cy="12700"/>
          </a:xfrm>
          <a:prstGeom prst="curvedConnector5">
            <a:avLst>
              <a:gd name="adj1" fmla="val -32800"/>
              <a:gd name="adj2" fmla="val 8344654"/>
              <a:gd name="adj3" fmla="val 1328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文本框 359">
            <a:extLst>
              <a:ext uri="{FF2B5EF4-FFF2-40B4-BE49-F238E27FC236}">
                <a16:creationId xmlns:a16="http://schemas.microsoft.com/office/drawing/2014/main" id="{72662C0C-D421-8FF7-969F-F85D36399F1F}"/>
              </a:ext>
            </a:extLst>
          </p:cNvPr>
          <p:cNvSpPr txBox="1"/>
          <p:nvPr/>
        </p:nvSpPr>
        <p:spPr>
          <a:xfrm>
            <a:off x="5326640" y="6545010"/>
            <a:ext cx="153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DEC_LITERAL</a:t>
            </a:r>
          </a:p>
        </p:txBody>
      </p:sp>
      <p:sp>
        <p:nvSpPr>
          <p:cNvPr id="361" name="文本框 360">
            <a:extLst>
              <a:ext uri="{FF2B5EF4-FFF2-40B4-BE49-F238E27FC236}">
                <a16:creationId xmlns:a16="http://schemas.microsoft.com/office/drawing/2014/main" id="{12C51D77-D4A4-0292-DAAB-BE751DE30B74}"/>
              </a:ext>
            </a:extLst>
          </p:cNvPr>
          <p:cNvSpPr txBox="1"/>
          <p:nvPr/>
        </p:nvSpPr>
        <p:spPr>
          <a:xfrm>
            <a:off x="5687931" y="8301194"/>
            <a:ext cx="1729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FLOAT_SUFFIX</a:t>
            </a:r>
          </a:p>
        </p:txBody>
      </p:sp>
      <p:sp>
        <p:nvSpPr>
          <p:cNvPr id="362" name="文本框 361">
            <a:extLst>
              <a:ext uri="{FF2B5EF4-FFF2-40B4-BE49-F238E27FC236}">
                <a16:creationId xmlns:a16="http://schemas.microsoft.com/office/drawing/2014/main" id="{769EDABB-395A-3143-A7C7-C3AD636E0B92}"/>
              </a:ext>
            </a:extLst>
          </p:cNvPr>
          <p:cNvSpPr txBox="1"/>
          <p:nvPr/>
        </p:nvSpPr>
        <p:spPr>
          <a:xfrm>
            <a:off x="7384477" y="7442590"/>
            <a:ext cx="2047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FLOAT_EXPONENT</a:t>
            </a:r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AD54528E-A227-A032-3CE2-4D307C0BC1C4}"/>
              </a:ext>
            </a:extLst>
          </p:cNvPr>
          <p:cNvSpPr txBox="1"/>
          <p:nvPr/>
        </p:nvSpPr>
        <p:spPr>
          <a:xfrm>
            <a:off x="9668935" y="7396423"/>
            <a:ext cx="2220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浮点型字面量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97BC2BB7-5CF7-13D1-E4CF-062BC8058B8A}"/>
              </a:ext>
            </a:extLst>
          </p:cNvPr>
          <p:cNvSpPr txBox="1"/>
          <p:nvPr/>
        </p:nvSpPr>
        <p:spPr>
          <a:xfrm>
            <a:off x="1871037" y="1007332"/>
            <a:ext cx="27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</a:p>
        </p:txBody>
      </p:sp>
      <p:sp>
        <p:nvSpPr>
          <p:cNvPr id="365" name="文本框 364">
            <a:extLst>
              <a:ext uri="{FF2B5EF4-FFF2-40B4-BE49-F238E27FC236}">
                <a16:creationId xmlns:a16="http://schemas.microsoft.com/office/drawing/2014/main" id="{D38D2914-9E25-2279-40DF-230F70C3B7B6}"/>
              </a:ext>
            </a:extLst>
          </p:cNvPr>
          <p:cNvSpPr txBox="1"/>
          <p:nvPr/>
        </p:nvSpPr>
        <p:spPr>
          <a:xfrm>
            <a:off x="4144774" y="1005870"/>
            <a:ext cx="27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</a:p>
        </p:txBody>
      </p:sp>
      <p:cxnSp>
        <p:nvCxnSpPr>
          <p:cNvPr id="366" name="直接箭头连接符 365">
            <a:extLst>
              <a:ext uri="{FF2B5EF4-FFF2-40B4-BE49-F238E27FC236}">
                <a16:creationId xmlns:a16="http://schemas.microsoft.com/office/drawing/2014/main" id="{FBE5E8DF-7065-2B91-C3B7-C442E2B1ACFD}"/>
              </a:ext>
            </a:extLst>
          </p:cNvPr>
          <p:cNvCxnSpPr>
            <a:cxnSpLocks/>
            <a:endCxn id="367" idx="2"/>
          </p:cNvCxnSpPr>
          <p:nvPr/>
        </p:nvCxnSpPr>
        <p:spPr>
          <a:xfrm>
            <a:off x="3830979" y="1375202"/>
            <a:ext cx="916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7" name="流程图: 接点 366">
            <a:extLst>
              <a:ext uri="{FF2B5EF4-FFF2-40B4-BE49-F238E27FC236}">
                <a16:creationId xmlns:a16="http://schemas.microsoft.com/office/drawing/2014/main" id="{90946042-EF27-2253-B556-21DA7553DDC6}"/>
              </a:ext>
            </a:extLst>
          </p:cNvPr>
          <p:cNvSpPr/>
          <p:nvPr/>
        </p:nvSpPr>
        <p:spPr>
          <a:xfrm>
            <a:off x="4747231" y="882375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9" name="直接箭头连接符 368">
            <a:extLst>
              <a:ext uri="{FF2B5EF4-FFF2-40B4-BE49-F238E27FC236}">
                <a16:creationId xmlns:a16="http://schemas.microsoft.com/office/drawing/2014/main" id="{F89A6294-E8DD-9DB6-3618-20FE59657713}"/>
              </a:ext>
            </a:extLst>
          </p:cNvPr>
          <p:cNvCxnSpPr>
            <a:cxnSpLocks/>
          </p:cNvCxnSpPr>
          <p:nvPr/>
        </p:nvCxnSpPr>
        <p:spPr>
          <a:xfrm flipV="1">
            <a:off x="5724643" y="1372247"/>
            <a:ext cx="1027215" cy="2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1" name="流程图: 接点 370">
            <a:extLst>
              <a:ext uri="{FF2B5EF4-FFF2-40B4-BE49-F238E27FC236}">
                <a16:creationId xmlns:a16="http://schemas.microsoft.com/office/drawing/2014/main" id="{8D5EDDE4-45B4-7F50-A95B-7AB153C44ADE}"/>
              </a:ext>
            </a:extLst>
          </p:cNvPr>
          <p:cNvSpPr/>
          <p:nvPr/>
        </p:nvSpPr>
        <p:spPr>
          <a:xfrm>
            <a:off x="6735302" y="864906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2" name="流程图: 接点 371">
            <a:extLst>
              <a:ext uri="{FF2B5EF4-FFF2-40B4-BE49-F238E27FC236}">
                <a16:creationId xmlns:a16="http://schemas.microsoft.com/office/drawing/2014/main" id="{FD0201F4-B35C-E699-02E4-5690AD53CB8E}"/>
              </a:ext>
            </a:extLst>
          </p:cNvPr>
          <p:cNvSpPr/>
          <p:nvPr/>
        </p:nvSpPr>
        <p:spPr>
          <a:xfrm>
            <a:off x="6789896" y="929273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7" name="连接符: 曲线 376">
            <a:extLst>
              <a:ext uri="{FF2B5EF4-FFF2-40B4-BE49-F238E27FC236}">
                <a16:creationId xmlns:a16="http://schemas.microsoft.com/office/drawing/2014/main" id="{AC185426-8088-4E4C-883E-8F99600BBC87}"/>
              </a:ext>
            </a:extLst>
          </p:cNvPr>
          <p:cNvCxnSpPr>
            <a:cxnSpLocks/>
            <a:stCxn id="367" idx="6"/>
            <a:endCxn id="367" idx="0"/>
          </p:cNvCxnSpPr>
          <p:nvPr/>
        </p:nvCxnSpPr>
        <p:spPr>
          <a:xfrm flipH="1" flipV="1">
            <a:off x="5234120" y="882375"/>
            <a:ext cx="486888" cy="492827"/>
          </a:xfrm>
          <a:prstGeom prst="curvedConnector4">
            <a:avLst>
              <a:gd name="adj1" fmla="val -46951"/>
              <a:gd name="adj2" fmla="val 14638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文本框 378">
            <a:extLst>
              <a:ext uri="{FF2B5EF4-FFF2-40B4-BE49-F238E27FC236}">
                <a16:creationId xmlns:a16="http://schemas.microsoft.com/office/drawing/2014/main" id="{450AB655-E8A6-64B4-A3AD-A236224144B7}"/>
              </a:ext>
            </a:extLst>
          </p:cNvPr>
          <p:cNvSpPr txBox="1"/>
          <p:nvPr/>
        </p:nvSpPr>
        <p:spPr>
          <a:xfrm>
            <a:off x="5590079" y="182010"/>
            <a:ext cx="27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_</a:t>
            </a:r>
          </a:p>
        </p:txBody>
      </p:sp>
      <p:sp>
        <p:nvSpPr>
          <p:cNvPr id="380" name="文本框 379">
            <a:extLst>
              <a:ext uri="{FF2B5EF4-FFF2-40B4-BE49-F238E27FC236}">
                <a16:creationId xmlns:a16="http://schemas.microsoft.com/office/drawing/2014/main" id="{8DFE4D4B-38AB-6F4F-0E7A-299C9E9186FF}"/>
              </a:ext>
            </a:extLst>
          </p:cNvPr>
          <p:cNvSpPr txBox="1"/>
          <p:nvPr/>
        </p:nvSpPr>
        <p:spPr>
          <a:xfrm>
            <a:off x="5653810" y="1428720"/>
            <a:ext cx="1192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BIN_DIGIT</a:t>
            </a:r>
          </a:p>
        </p:txBody>
      </p:sp>
      <p:cxnSp>
        <p:nvCxnSpPr>
          <p:cNvPr id="385" name="连接符: 曲线 384">
            <a:extLst>
              <a:ext uri="{FF2B5EF4-FFF2-40B4-BE49-F238E27FC236}">
                <a16:creationId xmlns:a16="http://schemas.microsoft.com/office/drawing/2014/main" id="{E29E866B-89F4-4C37-E8E6-DDDF0F81DEBD}"/>
              </a:ext>
            </a:extLst>
          </p:cNvPr>
          <p:cNvCxnSpPr>
            <a:stCxn id="371" idx="6"/>
            <a:endCxn id="371" idx="0"/>
          </p:cNvCxnSpPr>
          <p:nvPr/>
        </p:nvCxnSpPr>
        <p:spPr>
          <a:xfrm flipH="1" flipV="1">
            <a:off x="7222191" y="864906"/>
            <a:ext cx="486888" cy="492827"/>
          </a:xfrm>
          <a:prstGeom prst="curvedConnector4">
            <a:avLst>
              <a:gd name="adj1" fmla="val -46951"/>
              <a:gd name="adj2" fmla="val 14638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连接符: 曲线 386">
            <a:extLst>
              <a:ext uri="{FF2B5EF4-FFF2-40B4-BE49-F238E27FC236}">
                <a16:creationId xmlns:a16="http://schemas.microsoft.com/office/drawing/2014/main" id="{25A55040-79C7-82A5-1B46-C875C9FE3F3E}"/>
              </a:ext>
            </a:extLst>
          </p:cNvPr>
          <p:cNvCxnSpPr>
            <a:stCxn id="371" idx="6"/>
            <a:endCxn id="371" idx="4"/>
          </p:cNvCxnSpPr>
          <p:nvPr/>
        </p:nvCxnSpPr>
        <p:spPr>
          <a:xfrm flipH="1">
            <a:off x="7222191" y="1357733"/>
            <a:ext cx="486888" cy="492826"/>
          </a:xfrm>
          <a:prstGeom prst="curvedConnector4">
            <a:avLst>
              <a:gd name="adj1" fmla="val -46951"/>
              <a:gd name="adj2" fmla="val 14638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文本框 387">
            <a:extLst>
              <a:ext uri="{FF2B5EF4-FFF2-40B4-BE49-F238E27FC236}">
                <a16:creationId xmlns:a16="http://schemas.microsoft.com/office/drawing/2014/main" id="{1A900F45-FB4E-4442-4299-B1C64B6EE962}"/>
              </a:ext>
            </a:extLst>
          </p:cNvPr>
          <p:cNvSpPr txBox="1"/>
          <p:nvPr/>
        </p:nvSpPr>
        <p:spPr>
          <a:xfrm>
            <a:off x="7934733" y="435535"/>
            <a:ext cx="27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_</a:t>
            </a: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11AB4AA6-1BBB-9E31-88D0-93E2D99AF0EB}"/>
              </a:ext>
            </a:extLst>
          </p:cNvPr>
          <p:cNvSpPr txBox="1"/>
          <p:nvPr/>
        </p:nvSpPr>
        <p:spPr>
          <a:xfrm>
            <a:off x="7238747" y="2052936"/>
            <a:ext cx="1192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BIN_DIGIT</a:t>
            </a: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CE1F3CD8-2076-4D8D-3B7D-CFAD75763275}"/>
              </a:ext>
            </a:extLst>
          </p:cNvPr>
          <p:cNvSpPr txBox="1"/>
          <p:nvPr/>
        </p:nvSpPr>
        <p:spPr>
          <a:xfrm>
            <a:off x="9531135" y="1236178"/>
            <a:ext cx="2656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二进制整数字面量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cxnSp>
        <p:nvCxnSpPr>
          <p:cNvPr id="410" name="直接箭头连接符 409">
            <a:extLst>
              <a:ext uri="{FF2B5EF4-FFF2-40B4-BE49-F238E27FC236}">
                <a16:creationId xmlns:a16="http://schemas.microsoft.com/office/drawing/2014/main" id="{58F3D6AF-CCA3-4206-ECB3-6DD3E866802C}"/>
              </a:ext>
            </a:extLst>
          </p:cNvPr>
          <p:cNvCxnSpPr>
            <a:cxnSpLocks/>
          </p:cNvCxnSpPr>
          <p:nvPr/>
        </p:nvCxnSpPr>
        <p:spPr>
          <a:xfrm>
            <a:off x="1128154" y="3279428"/>
            <a:ext cx="17337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1" name="流程图: 接点 410">
            <a:extLst>
              <a:ext uri="{FF2B5EF4-FFF2-40B4-BE49-F238E27FC236}">
                <a16:creationId xmlns:a16="http://schemas.microsoft.com/office/drawing/2014/main" id="{5A52EE73-DEB0-A189-020E-D2FC77A70576}"/>
              </a:ext>
            </a:extLst>
          </p:cNvPr>
          <p:cNvSpPr/>
          <p:nvPr/>
        </p:nvSpPr>
        <p:spPr>
          <a:xfrm>
            <a:off x="2858209" y="2786601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文本框 411">
            <a:extLst>
              <a:ext uri="{FF2B5EF4-FFF2-40B4-BE49-F238E27FC236}">
                <a16:creationId xmlns:a16="http://schemas.microsoft.com/office/drawing/2014/main" id="{0A3E7A26-347F-2AF1-4508-C78CF72BE226}"/>
              </a:ext>
            </a:extLst>
          </p:cNvPr>
          <p:cNvSpPr txBox="1"/>
          <p:nvPr/>
        </p:nvSpPr>
        <p:spPr>
          <a:xfrm>
            <a:off x="1875788" y="2911557"/>
            <a:ext cx="27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</a:p>
        </p:txBody>
      </p:sp>
      <p:sp>
        <p:nvSpPr>
          <p:cNvPr id="413" name="文本框 412">
            <a:extLst>
              <a:ext uri="{FF2B5EF4-FFF2-40B4-BE49-F238E27FC236}">
                <a16:creationId xmlns:a16="http://schemas.microsoft.com/office/drawing/2014/main" id="{6CF4C25B-E30B-9DCD-60F5-05C3A7F2E6F5}"/>
              </a:ext>
            </a:extLst>
          </p:cNvPr>
          <p:cNvSpPr txBox="1"/>
          <p:nvPr/>
        </p:nvSpPr>
        <p:spPr>
          <a:xfrm>
            <a:off x="4149525" y="2910095"/>
            <a:ext cx="27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</a:p>
        </p:txBody>
      </p:sp>
      <p:cxnSp>
        <p:nvCxnSpPr>
          <p:cNvPr id="414" name="直接箭头连接符 413">
            <a:extLst>
              <a:ext uri="{FF2B5EF4-FFF2-40B4-BE49-F238E27FC236}">
                <a16:creationId xmlns:a16="http://schemas.microsoft.com/office/drawing/2014/main" id="{F9925C86-FD1E-3610-6E95-4ABE5EBA7C39}"/>
              </a:ext>
            </a:extLst>
          </p:cNvPr>
          <p:cNvCxnSpPr>
            <a:cxnSpLocks/>
            <a:endCxn id="415" idx="2"/>
          </p:cNvCxnSpPr>
          <p:nvPr/>
        </p:nvCxnSpPr>
        <p:spPr>
          <a:xfrm>
            <a:off x="3835730" y="3279427"/>
            <a:ext cx="916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流程图: 接点 414">
            <a:extLst>
              <a:ext uri="{FF2B5EF4-FFF2-40B4-BE49-F238E27FC236}">
                <a16:creationId xmlns:a16="http://schemas.microsoft.com/office/drawing/2014/main" id="{510C9E29-4FEE-D394-34DA-9CCBD18AD2AF}"/>
              </a:ext>
            </a:extLst>
          </p:cNvPr>
          <p:cNvSpPr/>
          <p:nvPr/>
        </p:nvSpPr>
        <p:spPr>
          <a:xfrm>
            <a:off x="4751982" y="2786600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6" name="直接箭头连接符 415">
            <a:extLst>
              <a:ext uri="{FF2B5EF4-FFF2-40B4-BE49-F238E27FC236}">
                <a16:creationId xmlns:a16="http://schemas.microsoft.com/office/drawing/2014/main" id="{2490B7E0-BB4D-93FE-F3D3-E9AAB64166A6}"/>
              </a:ext>
            </a:extLst>
          </p:cNvPr>
          <p:cNvCxnSpPr>
            <a:cxnSpLocks/>
          </p:cNvCxnSpPr>
          <p:nvPr/>
        </p:nvCxnSpPr>
        <p:spPr>
          <a:xfrm flipV="1">
            <a:off x="5729394" y="3276472"/>
            <a:ext cx="1027215" cy="2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" name="流程图: 接点 416">
            <a:extLst>
              <a:ext uri="{FF2B5EF4-FFF2-40B4-BE49-F238E27FC236}">
                <a16:creationId xmlns:a16="http://schemas.microsoft.com/office/drawing/2014/main" id="{4DA47C63-4DFD-9E71-B88A-AF3D83BAF115}"/>
              </a:ext>
            </a:extLst>
          </p:cNvPr>
          <p:cNvSpPr/>
          <p:nvPr/>
        </p:nvSpPr>
        <p:spPr>
          <a:xfrm>
            <a:off x="6740053" y="2769131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流程图: 接点 417">
            <a:extLst>
              <a:ext uri="{FF2B5EF4-FFF2-40B4-BE49-F238E27FC236}">
                <a16:creationId xmlns:a16="http://schemas.microsoft.com/office/drawing/2014/main" id="{2F089E8C-9599-8E34-3067-283968D33E39}"/>
              </a:ext>
            </a:extLst>
          </p:cNvPr>
          <p:cNvSpPr/>
          <p:nvPr/>
        </p:nvSpPr>
        <p:spPr>
          <a:xfrm>
            <a:off x="6794647" y="2833498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9" name="连接符: 曲线 418">
            <a:extLst>
              <a:ext uri="{FF2B5EF4-FFF2-40B4-BE49-F238E27FC236}">
                <a16:creationId xmlns:a16="http://schemas.microsoft.com/office/drawing/2014/main" id="{A90B9CBD-4C56-6C45-6583-94C8DBDC4E36}"/>
              </a:ext>
            </a:extLst>
          </p:cNvPr>
          <p:cNvCxnSpPr>
            <a:cxnSpLocks/>
            <a:stCxn id="415" idx="6"/>
            <a:endCxn id="415" idx="0"/>
          </p:cNvCxnSpPr>
          <p:nvPr/>
        </p:nvCxnSpPr>
        <p:spPr>
          <a:xfrm flipH="1" flipV="1">
            <a:off x="5238871" y="2786600"/>
            <a:ext cx="486888" cy="492827"/>
          </a:xfrm>
          <a:prstGeom prst="curvedConnector4">
            <a:avLst>
              <a:gd name="adj1" fmla="val -46951"/>
              <a:gd name="adj2" fmla="val 14638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0" name="文本框 419">
            <a:extLst>
              <a:ext uri="{FF2B5EF4-FFF2-40B4-BE49-F238E27FC236}">
                <a16:creationId xmlns:a16="http://schemas.microsoft.com/office/drawing/2014/main" id="{698A7374-9A5C-4330-8C1A-6FF210EC6732}"/>
              </a:ext>
            </a:extLst>
          </p:cNvPr>
          <p:cNvSpPr txBox="1"/>
          <p:nvPr/>
        </p:nvSpPr>
        <p:spPr>
          <a:xfrm>
            <a:off x="5607762" y="3369230"/>
            <a:ext cx="130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OTC_DIGIT</a:t>
            </a:r>
          </a:p>
        </p:txBody>
      </p:sp>
      <p:cxnSp>
        <p:nvCxnSpPr>
          <p:cNvPr id="421" name="连接符: 曲线 420">
            <a:extLst>
              <a:ext uri="{FF2B5EF4-FFF2-40B4-BE49-F238E27FC236}">
                <a16:creationId xmlns:a16="http://schemas.microsoft.com/office/drawing/2014/main" id="{636B67EC-3F63-1141-8E6B-9CF0FF67646B}"/>
              </a:ext>
            </a:extLst>
          </p:cNvPr>
          <p:cNvCxnSpPr>
            <a:stCxn id="417" idx="6"/>
            <a:endCxn id="417" idx="0"/>
          </p:cNvCxnSpPr>
          <p:nvPr/>
        </p:nvCxnSpPr>
        <p:spPr>
          <a:xfrm flipH="1" flipV="1">
            <a:off x="7226942" y="2769131"/>
            <a:ext cx="486888" cy="492827"/>
          </a:xfrm>
          <a:prstGeom prst="curvedConnector4">
            <a:avLst>
              <a:gd name="adj1" fmla="val -46951"/>
              <a:gd name="adj2" fmla="val 14638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连接符: 曲线 421">
            <a:extLst>
              <a:ext uri="{FF2B5EF4-FFF2-40B4-BE49-F238E27FC236}">
                <a16:creationId xmlns:a16="http://schemas.microsoft.com/office/drawing/2014/main" id="{E593B0D0-21BA-C8BE-BD52-5E096570ABA5}"/>
              </a:ext>
            </a:extLst>
          </p:cNvPr>
          <p:cNvCxnSpPr>
            <a:stCxn id="417" idx="6"/>
            <a:endCxn id="417" idx="4"/>
          </p:cNvCxnSpPr>
          <p:nvPr/>
        </p:nvCxnSpPr>
        <p:spPr>
          <a:xfrm flipH="1">
            <a:off x="7226942" y="3261958"/>
            <a:ext cx="486888" cy="492826"/>
          </a:xfrm>
          <a:prstGeom prst="curvedConnector4">
            <a:avLst>
              <a:gd name="adj1" fmla="val -46951"/>
              <a:gd name="adj2" fmla="val 14638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文本框 422">
            <a:extLst>
              <a:ext uri="{FF2B5EF4-FFF2-40B4-BE49-F238E27FC236}">
                <a16:creationId xmlns:a16="http://schemas.microsoft.com/office/drawing/2014/main" id="{1D2E8282-5634-7569-2D21-ACBBA1FAE8F5}"/>
              </a:ext>
            </a:extLst>
          </p:cNvPr>
          <p:cNvSpPr txBox="1"/>
          <p:nvPr/>
        </p:nvSpPr>
        <p:spPr>
          <a:xfrm>
            <a:off x="7939484" y="2339760"/>
            <a:ext cx="27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_</a:t>
            </a:r>
          </a:p>
        </p:txBody>
      </p:sp>
      <p:sp>
        <p:nvSpPr>
          <p:cNvPr id="424" name="文本框 423">
            <a:extLst>
              <a:ext uri="{FF2B5EF4-FFF2-40B4-BE49-F238E27FC236}">
                <a16:creationId xmlns:a16="http://schemas.microsoft.com/office/drawing/2014/main" id="{164C1209-4DE9-F8C4-A36F-0B3A403DA44F}"/>
              </a:ext>
            </a:extLst>
          </p:cNvPr>
          <p:cNvSpPr txBox="1"/>
          <p:nvPr/>
        </p:nvSpPr>
        <p:spPr>
          <a:xfrm>
            <a:off x="7243498" y="3957161"/>
            <a:ext cx="1327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OTC_DIGIT</a:t>
            </a:r>
          </a:p>
        </p:txBody>
      </p:sp>
      <p:sp>
        <p:nvSpPr>
          <p:cNvPr id="425" name="文本框 424">
            <a:extLst>
              <a:ext uri="{FF2B5EF4-FFF2-40B4-BE49-F238E27FC236}">
                <a16:creationId xmlns:a16="http://schemas.microsoft.com/office/drawing/2014/main" id="{29A2DA39-E6E4-0092-D3F9-95EDCDCDC282}"/>
              </a:ext>
            </a:extLst>
          </p:cNvPr>
          <p:cNvSpPr txBox="1"/>
          <p:nvPr/>
        </p:nvSpPr>
        <p:spPr>
          <a:xfrm>
            <a:off x="9535886" y="3140403"/>
            <a:ext cx="2656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八进制整数字面量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sp>
        <p:nvSpPr>
          <p:cNvPr id="426" name="文本框 425">
            <a:extLst>
              <a:ext uri="{FF2B5EF4-FFF2-40B4-BE49-F238E27FC236}">
                <a16:creationId xmlns:a16="http://schemas.microsoft.com/office/drawing/2014/main" id="{C1E68ACC-756B-915E-C928-9F04A605B247}"/>
              </a:ext>
            </a:extLst>
          </p:cNvPr>
          <p:cNvSpPr txBox="1"/>
          <p:nvPr/>
        </p:nvSpPr>
        <p:spPr>
          <a:xfrm>
            <a:off x="5532232" y="2062740"/>
            <a:ext cx="27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_</a:t>
            </a:r>
          </a:p>
        </p:txBody>
      </p:sp>
      <p:cxnSp>
        <p:nvCxnSpPr>
          <p:cNvPr id="427" name="直接箭头连接符 426">
            <a:extLst>
              <a:ext uri="{FF2B5EF4-FFF2-40B4-BE49-F238E27FC236}">
                <a16:creationId xmlns:a16="http://schemas.microsoft.com/office/drawing/2014/main" id="{4630B959-C9B7-AE9E-E1FD-F65CB260370F}"/>
              </a:ext>
            </a:extLst>
          </p:cNvPr>
          <p:cNvCxnSpPr>
            <a:cxnSpLocks/>
          </p:cNvCxnSpPr>
          <p:nvPr/>
        </p:nvCxnSpPr>
        <p:spPr>
          <a:xfrm>
            <a:off x="1128154" y="5167492"/>
            <a:ext cx="17337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流程图: 接点 427">
            <a:extLst>
              <a:ext uri="{FF2B5EF4-FFF2-40B4-BE49-F238E27FC236}">
                <a16:creationId xmlns:a16="http://schemas.microsoft.com/office/drawing/2014/main" id="{6B79EBBE-A9B9-CD8E-56E5-DDD59ACB3D83}"/>
              </a:ext>
            </a:extLst>
          </p:cNvPr>
          <p:cNvSpPr/>
          <p:nvPr/>
        </p:nvSpPr>
        <p:spPr>
          <a:xfrm>
            <a:off x="2858209" y="4674665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文本框 428">
            <a:extLst>
              <a:ext uri="{FF2B5EF4-FFF2-40B4-BE49-F238E27FC236}">
                <a16:creationId xmlns:a16="http://schemas.microsoft.com/office/drawing/2014/main" id="{EFBCB098-F253-F436-FC79-FDA947471206}"/>
              </a:ext>
            </a:extLst>
          </p:cNvPr>
          <p:cNvSpPr txBox="1"/>
          <p:nvPr/>
        </p:nvSpPr>
        <p:spPr>
          <a:xfrm>
            <a:off x="1875788" y="4799621"/>
            <a:ext cx="27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</a:p>
        </p:txBody>
      </p:sp>
      <p:sp>
        <p:nvSpPr>
          <p:cNvPr id="430" name="文本框 429">
            <a:extLst>
              <a:ext uri="{FF2B5EF4-FFF2-40B4-BE49-F238E27FC236}">
                <a16:creationId xmlns:a16="http://schemas.microsoft.com/office/drawing/2014/main" id="{1FE55A49-3945-E651-09ED-C4AD73F9414A}"/>
              </a:ext>
            </a:extLst>
          </p:cNvPr>
          <p:cNvSpPr txBox="1"/>
          <p:nvPr/>
        </p:nvSpPr>
        <p:spPr>
          <a:xfrm>
            <a:off x="4149525" y="4798159"/>
            <a:ext cx="27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</a:p>
        </p:txBody>
      </p:sp>
      <p:cxnSp>
        <p:nvCxnSpPr>
          <p:cNvPr id="431" name="直接箭头连接符 430">
            <a:extLst>
              <a:ext uri="{FF2B5EF4-FFF2-40B4-BE49-F238E27FC236}">
                <a16:creationId xmlns:a16="http://schemas.microsoft.com/office/drawing/2014/main" id="{5A60452C-51E7-0201-2A3C-5BBF8AAE3356}"/>
              </a:ext>
            </a:extLst>
          </p:cNvPr>
          <p:cNvCxnSpPr>
            <a:cxnSpLocks/>
            <a:endCxn id="432" idx="2"/>
          </p:cNvCxnSpPr>
          <p:nvPr/>
        </p:nvCxnSpPr>
        <p:spPr>
          <a:xfrm>
            <a:off x="3835730" y="5167491"/>
            <a:ext cx="916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2" name="流程图: 接点 431">
            <a:extLst>
              <a:ext uri="{FF2B5EF4-FFF2-40B4-BE49-F238E27FC236}">
                <a16:creationId xmlns:a16="http://schemas.microsoft.com/office/drawing/2014/main" id="{8188A69E-8C4C-5AEF-B29C-129F335729D6}"/>
              </a:ext>
            </a:extLst>
          </p:cNvPr>
          <p:cNvSpPr/>
          <p:nvPr/>
        </p:nvSpPr>
        <p:spPr>
          <a:xfrm>
            <a:off x="4751982" y="4674664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3" name="直接箭头连接符 432">
            <a:extLst>
              <a:ext uri="{FF2B5EF4-FFF2-40B4-BE49-F238E27FC236}">
                <a16:creationId xmlns:a16="http://schemas.microsoft.com/office/drawing/2014/main" id="{76768878-1103-DD24-405C-2B211ED17269}"/>
              </a:ext>
            </a:extLst>
          </p:cNvPr>
          <p:cNvCxnSpPr>
            <a:cxnSpLocks/>
          </p:cNvCxnSpPr>
          <p:nvPr/>
        </p:nvCxnSpPr>
        <p:spPr>
          <a:xfrm flipV="1">
            <a:off x="5729394" y="5164536"/>
            <a:ext cx="1027215" cy="2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4" name="流程图: 接点 433">
            <a:extLst>
              <a:ext uri="{FF2B5EF4-FFF2-40B4-BE49-F238E27FC236}">
                <a16:creationId xmlns:a16="http://schemas.microsoft.com/office/drawing/2014/main" id="{284A8D2E-981B-C832-4550-5BCE6584BBE6}"/>
              </a:ext>
            </a:extLst>
          </p:cNvPr>
          <p:cNvSpPr/>
          <p:nvPr/>
        </p:nvSpPr>
        <p:spPr>
          <a:xfrm>
            <a:off x="6740053" y="4657195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流程图: 接点 434">
            <a:extLst>
              <a:ext uri="{FF2B5EF4-FFF2-40B4-BE49-F238E27FC236}">
                <a16:creationId xmlns:a16="http://schemas.microsoft.com/office/drawing/2014/main" id="{9A40060E-E4CA-6271-4784-2E1136A362DE}"/>
              </a:ext>
            </a:extLst>
          </p:cNvPr>
          <p:cNvSpPr/>
          <p:nvPr/>
        </p:nvSpPr>
        <p:spPr>
          <a:xfrm>
            <a:off x="6794647" y="4721562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6" name="连接符: 曲线 435">
            <a:extLst>
              <a:ext uri="{FF2B5EF4-FFF2-40B4-BE49-F238E27FC236}">
                <a16:creationId xmlns:a16="http://schemas.microsoft.com/office/drawing/2014/main" id="{9D0958D2-6731-CCCD-F026-77EBC3268B9C}"/>
              </a:ext>
            </a:extLst>
          </p:cNvPr>
          <p:cNvCxnSpPr>
            <a:cxnSpLocks/>
            <a:stCxn id="432" idx="6"/>
            <a:endCxn id="432" idx="0"/>
          </p:cNvCxnSpPr>
          <p:nvPr/>
        </p:nvCxnSpPr>
        <p:spPr>
          <a:xfrm flipH="1" flipV="1">
            <a:off x="5238871" y="4674664"/>
            <a:ext cx="486888" cy="492827"/>
          </a:xfrm>
          <a:prstGeom prst="curvedConnector4">
            <a:avLst>
              <a:gd name="adj1" fmla="val -46951"/>
              <a:gd name="adj2" fmla="val 14638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文本框 436">
            <a:extLst>
              <a:ext uri="{FF2B5EF4-FFF2-40B4-BE49-F238E27FC236}">
                <a16:creationId xmlns:a16="http://schemas.microsoft.com/office/drawing/2014/main" id="{A2200EE6-0F7B-0ABB-5504-5F8EBE120DEA}"/>
              </a:ext>
            </a:extLst>
          </p:cNvPr>
          <p:cNvSpPr txBox="1"/>
          <p:nvPr/>
        </p:nvSpPr>
        <p:spPr>
          <a:xfrm>
            <a:off x="5607762" y="5257294"/>
            <a:ext cx="130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HEX_DIGIT</a:t>
            </a:r>
          </a:p>
        </p:txBody>
      </p:sp>
      <p:cxnSp>
        <p:nvCxnSpPr>
          <p:cNvPr id="438" name="连接符: 曲线 437">
            <a:extLst>
              <a:ext uri="{FF2B5EF4-FFF2-40B4-BE49-F238E27FC236}">
                <a16:creationId xmlns:a16="http://schemas.microsoft.com/office/drawing/2014/main" id="{ED1E2DA6-27BA-2B32-563E-5E7A773FC367}"/>
              </a:ext>
            </a:extLst>
          </p:cNvPr>
          <p:cNvCxnSpPr>
            <a:stCxn id="434" idx="6"/>
            <a:endCxn id="434" idx="0"/>
          </p:cNvCxnSpPr>
          <p:nvPr/>
        </p:nvCxnSpPr>
        <p:spPr>
          <a:xfrm flipH="1" flipV="1">
            <a:off x="7226942" y="4657195"/>
            <a:ext cx="486888" cy="492827"/>
          </a:xfrm>
          <a:prstGeom prst="curvedConnector4">
            <a:avLst>
              <a:gd name="adj1" fmla="val -46951"/>
              <a:gd name="adj2" fmla="val 14638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连接符: 曲线 438">
            <a:extLst>
              <a:ext uri="{FF2B5EF4-FFF2-40B4-BE49-F238E27FC236}">
                <a16:creationId xmlns:a16="http://schemas.microsoft.com/office/drawing/2014/main" id="{153AC6DF-93E4-0DFE-1BB6-6362B58EB9BA}"/>
              </a:ext>
            </a:extLst>
          </p:cNvPr>
          <p:cNvCxnSpPr>
            <a:stCxn id="434" idx="6"/>
            <a:endCxn id="434" idx="4"/>
          </p:cNvCxnSpPr>
          <p:nvPr/>
        </p:nvCxnSpPr>
        <p:spPr>
          <a:xfrm flipH="1">
            <a:off x="7226942" y="5150022"/>
            <a:ext cx="486888" cy="492826"/>
          </a:xfrm>
          <a:prstGeom prst="curvedConnector4">
            <a:avLst>
              <a:gd name="adj1" fmla="val -46951"/>
              <a:gd name="adj2" fmla="val 14638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文本框 439">
            <a:extLst>
              <a:ext uri="{FF2B5EF4-FFF2-40B4-BE49-F238E27FC236}">
                <a16:creationId xmlns:a16="http://schemas.microsoft.com/office/drawing/2014/main" id="{D176A788-DBAA-7A0F-B4F9-FFC062EB8944}"/>
              </a:ext>
            </a:extLst>
          </p:cNvPr>
          <p:cNvSpPr txBox="1"/>
          <p:nvPr/>
        </p:nvSpPr>
        <p:spPr>
          <a:xfrm>
            <a:off x="7939484" y="4227824"/>
            <a:ext cx="27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_</a:t>
            </a:r>
          </a:p>
        </p:txBody>
      </p:sp>
      <p:sp>
        <p:nvSpPr>
          <p:cNvPr id="441" name="文本框 440">
            <a:extLst>
              <a:ext uri="{FF2B5EF4-FFF2-40B4-BE49-F238E27FC236}">
                <a16:creationId xmlns:a16="http://schemas.microsoft.com/office/drawing/2014/main" id="{E5F5A9E4-CB4B-83C7-9BA8-3B01505C659D}"/>
              </a:ext>
            </a:extLst>
          </p:cNvPr>
          <p:cNvSpPr txBox="1"/>
          <p:nvPr/>
        </p:nvSpPr>
        <p:spPr>
          <a:xfrm>
            <a:off x="7243498" y="5903283"/>
            <a:ext cx="1327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HEX_DIGIT</a:t>
            </a:r>
          </a:p>
        </p:txBody>
      </p:sp>
      <p:sp>
        <p:nvSpPr>
          <p:cNvPr id="442" name="文本框 441">
            <a:extLst>
              <a:ext uri="{FF2B5EF4-FFF2-40B4-BE49-F238E27FC236}">
                <a16:creationId xmlns:a16="http://schemas.microsoft.com/office/drawing/2014/main" id="{9E06F5F6-FECA-3663-1D8B-27C4DAF5E994}"/>
              </a:ext>
            </a:extLst>
          </p:cNvPr>
          <p:cNvSpPr txBox="1"/>
          <p:nvPr/>
        </p:nvSpPr>
        <p:spPr>
          <a:xfrm>
            <a:off x="9535886" y="5028467"/>
            <a:ext cx="2975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十六进制整数字面量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cxnSp>
        <p:nvCxnSpPr>
          <p:cNvPr id="445" name="直接箭头连接符 444">
            <a:extLst>
              <a:ext uri="{FF2B5EF4-FFF2-40B4-BE49-F238E27FC236}">
                <a16:creationId xmlns:a16="http://schemas.microsoft.com/office/drawing/2014/main" id="{D0158D9F-46A2-87A4-4355-1FE9085B9431}"/>
              </a:ext>
            </a:extLst>
          </p:cNvPr>
          <p:cNvCxnSpPr>
            <a:cxnSpLocks/>
          </p:cNvCxnSpPr>
          <p:nvPr/>
        </p:nvCxnSpPr>
        <p:spPr>
          <a:xfrm>
            <a:off x="1095669" y="-37707"/>
            <a:ext cx="1552182" cy="1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流程图: 接点 445">
            <a:extLst>
              <a:ext uri="{FF2B5EF4-FFF2-40B4-BE49-F238E27FC236}">
                <a16:creationId xmlns:a16="http://schemas.microsoft.com/office/drawing/2014/main" id="{56E5377E-5F49-89B3-1B8B-00BB7AFCCAA1}"/>
              </a:ext>
            </a:extLst>
          </p:cNvPr>
          <p:cNvSpPr/>
          <p:nvPr/>
        </p:nvSpPr>
        <p:spPr>
          <a:xfrm>
            <a:off x="2631295" y="-543263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7" name="流程图: 接点 446">
            <a:extLst>
              <a:ext uri="{FF2B5EF4-FFF2-40B4-BE49-F238E27FC236}">
                <a16:creationId xmlns:a16="http://schemas.microsoft.com/office/drawing/2014/main" id="{568CE79F-BFBB-6251-EAF2-6AE09C580DE1}"/>
              </a:ext>
            </a:extLst>
          </p:cNvPr>
          <p:cNvSpPr/>
          <p:nvPr/>
        </p:nvSpPr>
        <p:spPr>
          <a:xfrm>
            <a:off x="2685889" y="-478896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8" name="连接符: 曲线 447">
            <a:extLst>
              <a:ext uri="{FF2B5EF4-FFF2-40B4-BE49-F238E27FC236}">
                <a16:creationId xmlns:a16="http://schemas.microsoft.com/office/drawing/2014/main" id="{A37B7958-FD8B-9813-8EED-A2A72F2C0706}"/>
              </a:ext>
            </a:extLst>
          </p:cNvPr>
          <p:cNvCxnSpPr>
            <a:cxnSpLocks/>
          </p:cNvCxnSpPr>
          <p:nvPr/>
        </p:nvCxnSpPr>
        <p:spPr>
          <a:xfrm flipH="1" flipV="1">
            <a:off x="1130113" y="-533051"/>
            <a:ext cx="486888" cy="492827"/>
          </a:xfrm>
          <a:prstGeom prst="curvedConnector4">
            <a:avLst>
              <a:gd name="adj1" fmla="val -46951"/>
              <a:gd name="adj2" fmla="val 14638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9" name="文本框 448">
            <a:extLst>
              <a:ext uri="{FF2B5EF4-FFF2-40B4-BE49-F238E27FC236}">
                <a16:creationId xmlns:a16="http://schemas.microsoft.com/office/drawing/2014/main" id="{09B5ABB6-C0F9-9A06-207C-53F9F4324A56}"/>
              </a:ext>
            </a:extLst>
          </p:cNvPr>
          <p:cNvSpPr txBox="1"/>
          <p:nvPr/>
        </p:nvSpPr>
        <p:spPr>
          <a:xfrm>
            <a:off x="1960499" y="292727"/>
            <a:ext cx="27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_</a:t>
            </a:r>
          </a:p>
        </p:txBody>
      </p:sp>
      <p:sp>
        <p:nvSpPr>
          <p:cNvPr id="450" name="文本框 449">
            <a:extLst>
              <a:ext uri="{FF2B5EF4-FFF2-40B4-BE49-F238E27FC236}">
                <a16:creationId xmlns:a16="http://schemas.microsoft.com/office/drawing/2014/main" id="{36D2C47B-AD7C-5678-5A64-C8FDF378D3DB}"/>
              </a:ext>
            </a:extLst>
          </p:cNvPr>
          <p:cNvSpPr txBox="1"/>
          <p:nvPr/>
        </p:nvSpPr>
        <p:spPr>
          <a:xfrm>
            <a:off x="1439479" y="-49280"/>
            <a:ext cx="1319178" cy="36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DEC_DIGIT</a:t>
            </a:r>
          </a:p>
        </p:txBody>
      </p:sp>
      <p:cxnSp>
        <p:nvCxnSpPr>
          <p:cNvPr id="451" name="连接符: 曲线 450">
            <a:extLst>
              <a:ext uri="{FF2B5EF4-FFF2-40B4-BE49-F238E27FC236}">
                <a16:creationId xmlns:a16="http://schemas.microsoft.com/office/drawing/2014/main" id="{86801F61-343C-A3AA-7A23-1D8AA0211BF3}"/>
              </a:ext>
            </a:extLst>
          </p:cNvPr>
          <p:cNvCxnSpPr>
            <a:stCxn id="446" idx="6"/>
            <a:endCxn id="446" idx="0"/>
          </p:cNvCxnSpPr>
          <p:nvPr/>
        </p:nvCxnSpPr>
        <p:spPr>
          <a:xfrm flipH="1" flipV="1">
            <a:off x="3118184" y="-543263"/>
            <a:ext cx="486888" cy="492827"/>
          </a:xfrm>
          <a:prstGeom prst="curvedConnector4">
            <a:avLst>
              <a:gd name="adj1" fmla="val -46951"/>
              <a:gd name="adj2" fmla="val 14638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文本框 453">
            <a:extLst>
              <a:ext uri="{FF2B5EF4-FFF2-40B4-BE49-F238E27FC236}">
                <a16:creationId xmlns:a16="http://schemas.microsoft.com/office/drawing/2014/main" id="{5F5AC836-1BC8-BE41-90B3-2556380FE4E4}"/>
              </a:ext>
            </a:extLst>
          </p:cNvPr>
          <p:cNvSpPr txBox="1"/>
          <p:nvPr/>
        </p:nvSpPr>
        <p:spPr>
          <a:xfrm>
            <a:off x="3503757" y="-1075248"/>
            <a:ext cx="1442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DEC_DIGIT</a:t>
            </a:r>
          </a:p>
        </p:txBody>
      </p:sp>
      <p:sp>
        <p:nvSpPr>
          <p:cNvPr id="457" name="文本框 456">
            <a:extLst>
              <a:ext uri="{FF2B5EF4-FFF2-40B4-BE49-F238E27FC236}">
                <a16:creationId xmlns:a16="http://schemas.microsoft.com/office/drawing/2014/main" id="{81F8DDCD-C8ED-E983-E37A-8CAA187B5876}"/>
              </a:ext>
            </a:extLst>
          </p:cNvPr>
          <p:cNvSpPr txBox="1"/>
          <p:nvPr/>
        </p:nvSpPr>
        <p:spPr>
          <a:xfrm>
            <a:off x="6096000" y="-377462"/>
            <a:ext cx="2656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十进制整数字面量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cxnSp>
        <p:nvCxnSpPr>
          <p:cNvPr id="466" name="连接符: 曲线 465">
            <a:extLst>
              <a:ext uri="{FF2B5EF4-FFF2-40B4-BE49-F238E27FC236}">
                <a16:creationId xmlns:a16="http://schemas.microsoft.com/office/drawing/2014/main" id="{FFA866C4-6615-1DE7-D3E9-CB119D77E531}"/>
              </a:ext>
            </a:extLst>
          </p:cNvPr>
          <p:cNvCxnSpPr>
            <a:cxnSpLocks/>
          </p:cNvCxnSpPr>
          <p:nvPr/>
        </p:nvCxnSpPr>
        <p:spPr>
          <a:xfrm rot="5400000">
            <a:off x="2107241" y="-548623"/>
            <a:ext cx="4267" cy="1971943"/>
          </a:xfrm>
          <a:prstGeom prst="curvedConnector3">
            <a:avLst>
              <a:gd name="adj1" fmla="val 88402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文本框 468">
            <a:extLst>
              <a:ext uri="{FF2B5EF4-FFF2-40B4-BE49-F238E27FC236}">
                <a16:creationId xmlns:a16="http://schemas.microsoft.com/office/drawing/2014/main" id="{481A441E-9416-F93A-F053-C2B31AD79D14}"/>
              </a:ext>
            </a:extLst>
          </p:cNvPr>
          <p:cNvSpPr txBox="1"/>
          <p:nvPr/>
        </p:nvSpPr>
        <p:spPr>
          <a:xfrm>
            <a:off x="1638472" y="-1073759"/>
            <a:ext cx="27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_</a:t>
            </a:r>
          </a:p>
        </p:txBody>
      </p:sp>
      <p:cxnSp>
        <p:nvCxnSpPr>
          <p:cNvPr id="471" name="连接符: 曲线 470">
            <a:extLst>
              <a:ext uri="{FF2B5EF4-FFF2-40B4-BE49-F238E27FC236}">
                <a16:creationId xmlns:a16="http://schemas.microsoft.com/office/drawing/2014/main" id="{E9D36B5C-1628-1399-6E00-2F76C5FC5AB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26576" y="20896980"/>
            <a:ext cx="4636" cy="1666449"/>
          </a:xfrm>
          <a:prstGeom prst="curvedConnector3">
            <a:avLst>
              <a:gd name="adj1" fmla="val 814456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连接符: 曲线 471">
            <a:extLst>
              <a:ext uri="{FF2B5EF4-FFF2-40B4-BE49-F238E27FC236}">
                <a16:creationId xmlns:a16="http://schemas.microsoft.com/office/drawing/2014/main" id="{A07B5445-F3A7-F77F-566B-80A430A3FCE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17920" y="20892343"/>
            <a:ext cx="4636" cy="1666449"/>
          </a:xfrm>
          <a:prstGeom prst="curvedConnector3">
            <a:avLst>
              <a:gd name="adj1" fmla="val -804456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456A172-96F4-B12A-F26F-3D63DB4954B1}"/>
              </a:ext>
            </a:extLst>
          </p:cNvPr>
          <p:cNvSpPr txBox="1"/>
          <p:nvPr/>
        </p:nvSpPr>
        <p:spPr>
          <a:xfrm>
            <a:off x="1426761" y="24110439"/>
            <a:ext cx="1117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keywords</a:t>
            </a:r>
          </a:p>
        </p:txBody>
      </p:sp>
      <p:sp>
        <p:nvSpPr>
          <p:cNvPr id="10" name="流程图: 接点 9">
            <a:extLst>
              <a:ext uri="{FF2B5EF4-FFF2-40B4-BE49-F238E27FC236}">
                <a16:creationId xmlns:a16="http://schemas.microsoft.com/office/drawing/2014/main" id="{64FD93DA-749B-EA8E-67E7-36C538CF661F}"/>
              </a:ext>
            </a:extLst>
          </p:cNvPr>
          <p:cNvSpPr/>
          <p:nvPr/>
        </p:nvSpPr>
        <p:spPr>
          <a:xfrm>
            <a:off x="2863911" y="24080485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接点 10">
            <a:extLst>
              <a:ext uri="{FF2B5EF4-FFF2-40B4-BE49-F238E27FC236}">
                <a16:creationId xmlns:a16="http://schemas.microsoft.com/office/drawing/2014/main" id="{47AAB199-0BA5-7DF9-6073-A3ED3EAFACBF}"/>
              </a:ext>
            </a:extLst>
          </p:cNvPr>
          <p:cNvSpPr/>
          <p:nvPr/>
        </p:nvSpPr>
        <p:spPr>
          <a:xfrm>
            <a:off x="2918505" y="24144852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5161F58-2AD5-96FC-4920-9A0128F8E1D3}"/>
              </a:ext>
            </a:extLst>
          </p:cNvPr>
          <p:cNvSpPr txBox="1"/>
          <p:nvPr/>
        </p:nvSpPr>
        <p:spPr>
          <a:xfrm>
            <a:off x="4155115" y="24244999"/>
            <a:ext cx="2676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关键字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AE48B20-0A7A-BC87-1E06-C0567CF87D2F}"/>
              </a:ext>
            </a:extLst>
          </p:cNvPr>
          <p:cNvCxnSpPr>
            <a:cxnSpLocks/>
          </p:cNvCxnSpPr>
          <p:nvPr/>
        </p:nvCxnSpPr>
        <p:spPr>
          <a:xfrm>
            <a:off x="1067531" y="24554542"/>
            <a:ext cx="1777128" cy="10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D306D5F5-5F05-1F68-5317-7807042EAED9}"/>
              </a:ext>
            </a:extLst>
          </p:cNvPr>
          <p:cNvSpPr txBox="1"/>
          <p:nvPr/>
        </p:nvSpPr>
        <p:spPr>
          <a:xfrm>
            <a:off x="1798352" y="22600953"/>
            <a:ext cx="410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//</a:t>
            </a:r>
          </a:p>
        </p:txBody>
      </p:sp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6F2743FD-CC4E-3A7C-A504-7142089A3F2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898438" y="22486294"/>
            <a:ext cx="4636" cy="1666449"/>
          </a:xfrm>
          <a:prstGeom prst="curvedConnector3">
            <a:avLst>
              <a:gd name="adj1" fmla="val 814456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曲线 26">
            <a:extLst>
              <a:ext uri="{FF2B5EF4-FFF2-40B4-BE49-F238E27FC236}">
                <a16:creationId xmlns:a16="http://schemas.microsoft.com/office/drawing/2014/main" id="{A643A938-E224-7D5B-2E21-752B2171BC4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898438" y="22430856"/>
            <a:ext cx="4636" cy="1666449"/>
          </a:xfrm>
          <a:prstGeom prst="curvedConnector3">
            <a:avLst>
              <a:gd name="adj1" fmla="val -804456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流程图: 接点 28">
            <a:extLst>
              <a:ext uri="{FF2B5EF4-FFF2-40B4-BE49-F238E27FC236}">
                <a16:creationId xmlns:a16="http://schemas.microsoft.com/office/drawing/2014/main" id="{BF46287B-27B6-C2F5-14A6-B9B42AC16D62}"/>
              </a:ext>
            </a:extLst>
          </p:cNvPr>
          <p:cNvSpPr/>
          <p:nvPr/>
        </p:nvSpPr>
        <p:spPr>
          <a:xfrm>
            <a:off x="2760071" y="22788712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91DEDC3-0E8A-4CB3-4B68-A828F27871D9}"/>
              </a:ext>
            </a:extLst>
          </p:cNvPr>
          <p:cNvSpPr txBox="1"/>
          <p:nvPr/>
        </p:nvSpPr>
        <p:spPr>
          <a:xfrm>
            <a:off x="1657954" y="23624210"/>
            <a:ext cx="410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/*</a:t>
            </a: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F9929D5C-3EC4-53F1-55C2-52496CFB22DB}"/>
              </a:ext>
            </a:extLst>
          </p:cNvPr>
          <p:cNvCxnSpPr>
            <a:cxnSpLocks/>
          </p:cNvCxnSpPr>
          <p:nvPr/>
        </p:nvCxnSpPr>
        <p:spPr>
          <a:xfrm>
            <a:off x="3741517" y="23291319"/>
            <a:ext cx="1777128" cy="10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流程图: 接点 58">
            <a:extLst>
              <a:ext uri="{FF2B5EF4-FFF2-40B4-BE49-F238E27FC236}">
                <a16:creationId xmlns:a16="http://schemas.microsoft.com/office/drawing/2014/main" id="{88EA8459-F004-AF79-8E7F-00E729CA1EE1}"/>
              </a:ext>
            </a:extLst>
          </p:cNvPr>
          <p:cNvSpPr/>
          <p:nvPr/>
        </p:nvSpPr>
        <p:spPr>
          <a:xfrm>
            <a:off x="5493144" y="22839514"/>
            <a:ext cx="973777" cy="98565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流程图: 接点 59">
            <a:extLst>
              <a:ext uri="{FF2B5EF4-FFF2-40B4-BE49-F238E27FC236}">
                <a16:creationId xmlns:a16="http://schemas.microsoft.com/office/drawing/2014/main" id="{E9CFCA77-B718-A9A3-DAEF-E32DE45FADB9}"/>
              </a:ext>
            </a:extLst>
          </p:cNvPr>
          <p:cNvSpPr/>
          <p:nvPr/>
        </p:nvSpPr>
        <p:spPr>
          <a:xfrm>
            <a:off x="5547738" y="22903881"/>
            <a:ext cx="857103" cy="841154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2" name="文本框 451">
            <a:extLst>
              <a:ext uri="{FF2B5EF4-FFF2-40B4-BE49-F238E27FC236}">
                <a16:creationId xmlns:a16="http://schemas.microsoft.com/office/drawing/2014/main" id="{63DD1989-83B5-E588-DD09-3490E1E94C55}"/>
              </a:ext>
            </a:extLst>
          </p:cNvPr>
          <p:cNvSpPr txBox="1"/>
          <p:nvPr/>
        </p:nvSpPr>
        <p:spPr>
          <a:xfrm>
            <a:off x="4113868" y="22907111"/>
            <a:ext cx="103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content</a:t>
            </a:r>
          </a:p>
        </p:txBody>
      </p:sp>
      <p:sp>
        <p:nvSpPr>
          <p:cNvPr id="453" name="文本框 452">
            <a:extLst>
              <a:ext uri="{FF2B5EF4-FFF2-40B4-BE49-F238E27FC236}">
                <a16:creationId xmlns:a16="http://schemas.microsoft.com/office/drawing/2014/main" id="{DC8294BB-1E2B-464C-14D7-97ED3925ED2A}"/>
              </a:ext>
            </a:extLst>
          </p:cNvPr>
          <p:cNvSpPr txBox="1"/>
          <p:nvPr/>
        </p:nvSpPr>
        <p:spPr>
          <a:xfrm>
            <a:off x="7104243" y="23176968"/>
            <a:ext cx="2676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dobe 仿宋 Std R" panose="02020400000000000000" pitchFamily="18" charset="-122"/>
                <a:ea typeface="Adobe 仿宋 Std R" panose="02020400000000000000" pitchFamily="18" charset="-122"/>
              </a:rPr>
              <a:t>注释</a:t>
            </a:r>
            <a:endParaRPr lang="en-US" altLang="zh-CN" sz="2400" dirty="0"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  <p:cxnSp>
        <p:nvCxnSpPr>
          <p:cNvPr id="455" name="连接符: 曲线 454">
            <a:extLst>
              <a:ext uri="{FF2B5EF4-FFF2-40B4-BE49-F238E27FC236}">
                <a16:creationId xmlns:a16="http://schemas.microsoft.com/office/drawing/2014/main" id="{E8E8F2E7-E4F9-4E93-546C-7E90BCE46AFA}"/>
              </a:ext>
            </a:extLst>
          </p:cNvPr>
          <p:cNvCxnSpPr>
            <a:cxnSpLocks/>
          </p:cNvCxnSpPr>
          <p:nvPr/>
        </p:nvCxnSpPr>
        <p:spPr>
          <a:xfrm flipH="1" flipV="1">
            <a:off x="5980033" y="22837530"/>
            <a:ext cx="486888" cy="492827"/>
          </a:xfrm>
          <a:prstGeom prst="curvedConnector4">
            <a:avLst>
              <a:gd name="adj1" fmla="val -46951"/>
              <a:gd name="adj2" fmla="val 14638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6" name="文本框 455">
            <a:extLst>
              <a:ext uri="{FF2B5EF4-FFF2-40B4-BE49-F238E27FC236}">
                <a16:creationId xmlns:a16="http://schemas.microsoft.com/office/drawing/2014/main" id="{568A9874-59E7-555F-8000-22B33A163F37}"/>
              </a:ext>
            </a:extLst>
          </p:cNvPr>
          <p:cNvSpPr txBox="1"/>
          <p:nvPr/>
        </p:nvSpPr>
        <p:spPr>
          <a:xfrm>
            <a:off x="5817381" y="4029426"/>
            <a:ext cx="27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_</a:t>
            </a:r>
          </a:p>
        </p:txBody>
      </p:sp>
      <p:sp>
        <p:nvSpPr>
          <p:cNvPr id="458" name="文本框 457">
            <a:extLst>
              <a:ext uri="{FF2B5EF4-FFF2-40B4-BE49-F238E27FC236}">
                <a16:creationId xmlns:a16="http://schemas.microsoft.com/office/drawing/2014/main" id="{C7990E7C-5B2E-6242-2B15-D6C565B204CB}"/>
              </a:ext>
            </a:extLst>
          </p:cNvPr>
          <p:cNvSpPr txBox="1"/>
          <p:nvPr/>
        </p:nvSpPr>
        <p:spPr>
          <a:xfrm>
            <a:off x="6560768" y="22390495"/>
            <a:ext cx="410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775138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216</Words>
  <Application>Microsoft Office PowerPoint</Application>
  <PresentationFormat>宽屏</PresentationFormat>
  <Paragraphs>94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Adobe 仿宋 Std R</vt:lpstr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</dc:creator>
  <cp:lastModifiedBy>Ben</cp:lastModifiedBy>
  <cp:revision>86</cp:revision>
  <dcterms:created xsi:type="dcterms:W3CDTF">2025-05-22T08:52:07Z</dcterms:created>
  <dcterms:modified xsi:type="dcterms:W3CDTF">2025-05-29T15:58:17Z</dcterms:modified>
</cp:coreProperties>
</file>